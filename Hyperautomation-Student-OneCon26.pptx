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notesSlides/notesSlide17.xml" ContentType="application/vnd.openxmlformats-officedocument.presentationml.notesSlide+xml"/>
  <Override PartName="/ppt/tags/tag22.xml" ContentType="application/vnd.openxmlformats-officedocument.presentationml.tags+xml"/>
  <Override PartName="/ppt/notesSlides/notesSlide18.xml" ContentType="application/vnd.openxmlformats-officedocument.presentationml.notesSlide+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ppt/notesSlides/notesSlide20.xml" ContentType="application/vnd.openxmlformats-officedocument.presentationml.notesSlide+xml"/>
  <Override PartName="/ppt/tags/tag25.xml" ContentType="application/vnd.openxmlformats-officedocument.presentationml.tags+xml"/>
  <Override PartName="/ppt/notesSlides/notesSlide21.xml" ContentType="application/vnd.openxmlformats-officedocument.presentationml.notesSlide+xml"/>
  <Override PartName="/ppt/tags/tag26.xml" ContentType="application/vnd.openxmlformats-officedocument.presentationml.tags+xml"/>
  <Override PartName="/ppt/notesSlides/notesSlide22.xml" ContentType="application/vnd.openxmlformats-officedocument.presentationml.notesSlide+xml"/>
  <Override PartName="/ppt/tags/tag27.xml" ContentType="application/vnd.openxmlformats-officedocument.presentationml.tags+xml"/>
  <Override PartName="/ppt/notesSlides/notesSlide23.xml" ContentType="application/vnd.openxmlformats-officedocument.presentationml.notesSlide+xml"/>
  <Override PartName="/ppt/tags/tag28.xml" ContentType="application/vnd.openxmlformats-officedocument.presentationml.tags+xml"/>
  <Override PartName="/ppt/notesSlides/notesSlide24.xml" ContentType="application/vnd.openxmlformats-officedocument.presentationml.notesSlide+xml"/>
  <Override PartName="/ppt/tags/tag29.xml" ContentType="application/vnd.openxmlformats-officedocument.presentationml.tags+xml"/>
  <Override PartName="/ppt/notesSlides/notesSlide25.xml" ContentType="application/vnd.openxmlformats-officedocument.presentationml.notesSlide+xml"/>
  <Override PartName="/ppt/tags/tag30.xml" ContentType="application/vnd.openxmlformats-officedocument.presentationml.tags+xml"/>
  <Override PartName="/ppt/notesSlides/notesSlide26.xml" ContentType="application/vnd.openxmlformats-officedocument.presentationml.notesSlide+xml"/>
  <Override PartName="/ppt/tags/tag31.xml" ContentType="application/vnd.openxmlformats-officedocument.presentationml.tags+xml"/>
  <Override PartName="/ppt/notesSlides/notesSlide27.xml" ContentType="application/vnd.openxmlformats-officedocument.presentationml.notesSlide+xml"/>
  <Override PartName="/ppt/tags/tag32.xml" ContentType="application/vnd.openxmlformats-officedocument.presentationml.tags+xml"/>
  <Override PartName="/ppt/notesSlides/notesSlide28.xml" ContentType="application/vnd.openxmlformats-officedocument.presentationml.notesSlide+xml"/>
  <Override PartName="/ppt/tags/tag33.xml" ContentType="application/vnd.openxmlformats-officedocument.presentationml.tags+xml"/>
  <Override PartName="/ppt/notesSlides/notesSlide29.xml" ContentType="application/vnd.openxmlformats-officedocument.presentationml.notesSlide+xml"/>
  <Override PartName="/ppt/tags/tag34.xml" ContentType="application/vnd.openxmlformats-officedocument.presentationml.tags+xml"/>
  <Override PartName="/ppt/notesSlides/notesSlide30.xml" ContentType="application/vnd.openxmlformats-officedocument.presentationml.notesSlide+xml"/>
  <Override PartName="/ppt/tags/tag35.xml" ContentType="application/vnd.openxmlformats-officedocument.presentationml.tags+xml"/>
  <Override PartName="/ppt/notesSlides/notesSlide31.xml" ContentType="application/vnd.openxmlformats-officedocument.presentationml.notesSlide+xml"/>
  <Override PartName="/ppt/tags/tag36.xml" ContentType="application/vnd.openxmlformats-officedocument.presentationml.tags+xml"/>
  <Override PartName="/ppt/notesSlides/notesSlide32.xml" ContentType="application/vnd.openxmlformats-officedocument.presentationml.notesSlide+xml"/>
  <Override PartName="/ppt/tags/tag37.xml" ContentType="application/vnd.openxmlformats-officedocument.presentationml.tags+xml"/>
  <Override PartName="/ppt/notesSlides/notesSlide33.xml" ContentType="application/vnd.openxmlformats-officedocument.presentationml.notesSlide+xml"/>
  <Override PartName="/ppt/tags/tag38.xml" ContentType="application/vnd.openxmlformats-officedocument.presentationml.tags+xml"/>
  <Override PartName="/ppt/notesSlides/notesSlide34.xml" ContentType="application/vnd.openxmlformats-officedocument.presentationml.notesSlide+xml"/>
  <Override PartName="/ppt/tags/tag39.xml" ContentType="application/vnd.openxmlformats-officedocument.presentationml.tags+xml"/>
  <Override PartName="/ppt/notesSlides/notesSlide35.xml" ContentType="application/vnd.openxmlformats-officedocument.presentationml.notesSlide+xml"/>
  <Override PartName="/ppt/tags/tag40.xml" ContentType="application/vnd.openxmlformats-officedocument.presentationml.tags+xml"/>
  <Override PartName="/ppt/notesSlides/notesSlide36.xml" ContentType="application/vnd.openxmlformats-officedocument.presentationml.notesSlide+xml"/>
  <Override PartName="/ppt/tags/tag41.xml" ContentType="application/vnd.openxmlformats-officedocument.presentationml.tags+xml"/>
  <Override PartName="/ppt/notesSlides/notesSlide37.xml" ContentType="application/vnd.openxmlformats-officedocument.presentationml.notesSlide+xml"/>
  <Override PartName="/ppt/tags/tag42.xml" ContentType="application/vnd.openxmlformats-officedocument.presentationml.tags+xml"/>
  <Override PartName="/ppt/notesSlides/notesSlide38.xml" ContentType="application/vnd.openxmlformats-officedocument.presentationml.notesSlide+xml"/>
  <Override PartName="/ppt/tags/tag43.xml" ContentType="application/vnd.openxmlformats-officedocument.presentationml.tags+xml"/>
  <Override PartName="/ppt/notesSlides/notesSlide39.xml" ContentType="application/vnd.openxmlformats-officedocument.presentationml.notesSlide+xml"/>
  <Override PartName="/ppt/tags/tag44.xml" ContentType="application/vnd.openxmlformats-officedocument.presentationml.tags+xml"/>
  <Override PartName="/ppt/notesSlides/notesSlide40.xml" ContentType="application/vnd.openxmlformats-officedocument.presentationml.notesSlide+xml"/>
  <Override PartName="/ppt/tags/tag45.xml" ContentType="application/vnd.openxmlformats-officedocument.presentationml.tags+xml"/>
  <Override PartName="/ppt/notesSlides/notesSlide41.xml" ContentType="application/vnd.openxmlformats-officedocument.presentationml.notesSlide+xml"/>
  <Override PartName="/ppt/tags/tag46.xml" ContentType="application/vnd.openxmlformats-officedocument.presentationml.tags+xml"/>
  <Override PartName="/ppt/notesSlides/notesSlide42.xml" ContentType="application/vnd.openxmlformats-officedocument.presentationml.notesSlide+xml"/>
  <Override PartName="/ppt/tags/tag47.xml" ContentType="application/vnd.openxmlformats-officedocument.presentationml.tags+xml"/>
  <Override PartName="/ppt/notesSlides/notesSlide43.xml" ContentType="application/vnd.openxmlformats-officedocument.presentationml.notesSlide+xml"/>
  <Override PartName="/ppt/tags/tag48.xml" ContentType="application/vnd.openxmlformats-officedocument.presentationml.tags+xml"/>
  <Override PartName="/ppt/notesSlides/notesSlide44.xml" ContentType="application/vnd.openxmlformats-officedocument.presentationml.notesSlide+xml"/>
  <Override PartName="/ppt/tags/tag49.xml" ContentType="application/vnd.openxmlformats-officedocument.presentationml.tags+xml"/>
  <Override PartName="/ppt/notesSlides/notesSlide45.xml" ContentType="application/vnd.openxmlformats-officedocument.presentationml.notesSlide+xml"/>
  <Override PartName="/ppt/tags/tag50.xml" ContentType="application/vnd.openxmlformats-officedocument.presentationml.tags+xml"/>
  <Override PartName="/ppt/notesSlides/notesSlide46.xml" ContentType="application/vnd.openxmlformats-officedocument.presentationml.notesSlide+xml"/>
  <Override PartName="/ppt/tags/tag51.xml" ContentType="application/vnd.openxmlformats-officedocument.presentationml.tags+xml"/>
  <Override PartName="/ppt/notesSlides/notesSlide47.xml" ContentType="application/vnd.openxmlformats-officedocument.presentationml.notesSlide+xml"/>
  <Override PartName="/ppt/tags/tag52.xml" ContentType="application/vnd.openxmlformats-officedocument.presentationml.tags+xml"/>
  <Override PartName="/ppt/notesSlides/notesSlide48.xml" ContentType="application/vnd.openxmlformats-officedocument.presentationml.notesSlide+xml"/>
  <Override PartName="/ppt/tags/tag53.xml" ContentType="application/vnd.openxmlformats-officedocument.presentationml.tags+xml"/>
  <Override PartName="/ppt/notesSlides/notesSlide49.xml" ContentType="application/vnd.openxmlformats-officedocument.presentationml.notesSlide+xml"/>
  <Override PartName="/ppt/tags/tag54.xml" ContentType="application/vnd.openxmlformats-officedocument.presentationml.tags+xml"/>
  <Override PartName="/ppt/notesSlides/notesSlide50.xml" ContentType="application/vnd.openxmlformats-officedocument.presentationml.notesSlide+xml"/>
  <Override PartName="/ppt/tags/tag55.xml" ContentType="application/vnd.openxmlformats-officedocument.presentationml.tags+xml"/>
  <Override PartName="/ppt/notesSlides/notesSlide51.xml" ContentType="application/vnd.openxmlformats-officedocument.presentationml.notesSlide+xml"/>
  <Override PartName="/ppt/tags/tag56.xml" ContentType="application/vnd.openxmlformats-officedocument.presentationml.tags+xml"/>
  <Override PartName="/ppt/notesSlides/notesSlide52.xml" ContentType="application/vnd.openxmlformats-officedocument.presentationml.notesSlide+xml"/>
  <Override PartName="/ppt/tags/tag57.xml" ContentType="application/vnd.openxmlformats-officedocument.presentationml.tags+xml"/>
  <Override PartName="/ppt/notesSlides/notesSlide53.xml" ContentType="application/vnd.openxmlformats-officedocument.presentationml.notesSlide+xml"/>
  <Override PartName="/ppt/tags/tag58.xml" ContentType="application/vnd.openxmlformats-officedocument.presentationml.tags+xml"/>
  <Override PartName="/ppt/notesSlides/notesSlide54.xml" ContentType="application/vnd.openxmlformats-officedocument.presentationml.notesSlide+xml"/>
  <Override PartName="/ppt/tags/tag59.xml" ContentType="application/vnd.openxmlformats-officedocument.presentationml.tags+xml"/>
  <Override PartName="/ppt/notesSlides/notesSlide55.xml" ContentType="application/vnd.openxmlformats-officedocument.presentationml.notesSlide+xml"/>
  <Override PartName="/ppt/tags/tag60.xml" ContentType="application/vnd.openxmlformats-officedocument.presentationml.tags+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8" r:id="rId1"/>
  </p:sldMasterIdLst>
  <p:notesMasterIdLst>
    <p:notesMasterId r:id="rId58"/>
  </p:notesMasterIdLst>
  <p:sldIdLst>
    <p:sldId id="303" r:id="rId2"/>
    <p:sldId id="259" r:id="rId3"/>
    <p:sldId id="304" r:id="rId4"/>
    <p:sldId id="260" r:id="rId5"/>
    <p:sldId id="263" r:id="rId6"/>
    <p:sldId id="264" r:id="rId7"/>
    <p:sldId id="309" r:id="rId8"/>
    <p:sldId id="311" r:id="rId9"/>
    <p:sldId id="266" r:id="rId10"/>
    <p:sldId id="310" r:id="rId11"/>
    <p:sldId id="269" r:id="rId12"/>
    <p:sldId id="267" r:id="rId13"/>
    <p:sldId id="313" r:id="rId14"/>
    <p:sldId id="272" r:id="rId15"/>
    <p:sldId id="273" r:id="rId16"/>
    <p:sldId id="274" r:id="rId17"/>
    <p:sldId id="275" r:id="rId18"/>
    <p:sldId id="276" r:id="rId19"/>
    <p:sldId id="277" r:id="rId20"/>
    <p:sldId id="314" r:id="rId21"/>
    <p:sldId id="278" r:id="rId22"/>
    <p:sldId id="279" r:id="rId23"/>
    <p:sldId id="280" r:id="rId24"/>
    <p:sldId id="281" r:id="rId25"/>
    <p:sldId id="282" r:id="rId26"/>
    <p:sldId id="283" r:id="rId27"/>
    <p:sldId id="286" r:id="rId28"/>
    <p:sldId id="287" r:id="rId29"/>
    <p:sldId id="288" r:id="rId30"/>
    <p:sldId id="289" r:id="rId31"/>
    <p:sldId id="291" r:id="rId32"/>
    <p:sldId id="292" r:id="rId33"/>
    <p:sldId id="293" r:id="rId34"/>
    <p:sldId id="294" r:id="rId35"/>
    <p:sldId id="295" r:id="rId36"/>
    <p:sldId id="315" r:id="rId37"/>
    <p:sldId id="305" r:id="rId38"/>
    <p:sldId id="320" r:id="rId39"/>
    <p:sldId id="317" r:id="rId40"/>
    <p:sldId id="316" r:id="rId41"/>
    <p:sldId id="321" r:id="rId42"/>
    <p:sldId id="318" r:id="rId43"/>
    <p:sldId id="306" r:id="rId44"/>
    <p:sldId id="307" r:id="rId45"/>
    <p:sldId id="322" r:id="rId46"/>
    <p:sldId id="296" r:id="rId47"/>
    <p:sldId id="297" r:id="rId48"/>
    <p:sldId id="298" r:id="rId49"/>
    <p:sldId id="299" r:id="rId50"/>
    <p:sldId id="300" r:id="rId51"/>
    <p:sldId id="301" r:id="rId52"/>
    <p:sldId id="323" r:id="rId53"/>
    <p:sldId id="261" r:id="rId54"/>
    <p:sldId id="262" r:id="rId55"/>
    <p:sldId id="308" r:id="rId56"/>
    <p:sldId id="302" r:id="rId57"/>
  </p:sldIdLst>
  <p:sldSz cx="18288000" cy="10287000"/>
  <p:notesSz cx="10287000" cy="18288000"/>
  <p:custDataLst>
    <p:tags r:id="rId5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EDB7B138-5B59-4B87-86DC-2CCC8A3B5EFC}">
          <p14:sldIdLst>
            <p14:sldId id="303"/>
            <p14:sldId id="259"/>
            <p14:sldId id="304"/>
            <p14:sldId id="260"/>
          </p14:sldIdLst>
        </p14:section>
        <p14:section name="Hyperautomation Overview" id="{314953AB-D3B3-4287-A68D-005147ADDDE3}">
          <p14:sldIdLst>
            <p14:sldId id="263"/>
            <p14:sldId id="264"/>
            <p14:sldId id="309"/>
            <p14:sldId id="311"/>
            <p14:sldId id="266"/>
            <p14:sldId id="310"/>
            <p14:sldId id="269"/>
            <p14:sldId id="267"/>
            <p14:sldId id="313"/>
            <p14:sldId id="272"/>
            <p14:sldId id="273"/>
            <p14:sldId id="274"/>
            <p14:sldId id="275"/>
            <p14:sldId id="276"/>
            <p14:sldId id="277"/>
            <p14:sldId id="314"/>
            <p14:sldId id="278"/>
            <p14:sldId id="279"/>
            <p14:sldId id="280"/>
            <p14:sldId id="281"/>
            <p14:sldId id="282"/>
            <p14:sldId id="283"/>
            <p14:sldId id="286"/>
            <p14:sldId id="287"/>
            <p14:sldId id="288"/>
            <p14:sldId id="289"/>
            <p14:sldId id="291"/>
            <p14:sldId id="292"/>
            <p14:sldId id="293"/>
            <p14:sldId id="294"/>
          </p14:sldIdLst>
        </p14:section>
        <p14:section name="Workflow Use Cases" id="{4D669FF5-8BE0-4832-B03F-D2D21324E03A}">
          <p14:sldIdLst>
            <p14:sldId id="295"/>
            <p14:sldId id="315"/>
            <p14:sldId id="305"/>
            <p14:sldId id="320"/>
            <p14:sldId id="317"/>
            <p14:sldId id="316"/>
            <p14:sldId id="321"/>
            <p14:sldId id="318"/>
            <p14:sldId id="306"/>
            <p14:sldId id="307"/>
            <p14:sldId id="322"/>
            <p14:sldId id="296"/>
            <p14:sldId id="297"/>
            <p14:sldId id="298"/>
            <p14:sldId id="299"/>
            <p14:sldId id="300"/>
            <p14:sldId id="301"/>
          </p14:sldIdLst>
        </p14:section>
        <p14:section name="Lab and Closing" id="{04E126F3-ED05-41DE-A888-36A4A1A199F4}">
          <p14:sldIdLst>
            <p14:sldId id="323"/>
            <p14:sldId id="261"/>
            <p14:sldId id="262"/>
            <p14:sldId id="308"/>
            <p14:sldId id="302"/>
          </p14:sldIdLst>
        </p14:section>
      </p14:sectionLst>
    </p:ext>
    <p:ext uri="{EFAFB233-063F-42B5-8137-9DF3F51BA10A}">
      <p15:sldGuideLst xmlns:p15="http://schemas.microsoft.com/office/powerpoint/2012/main">
        <p15:guide id="1" orient="horz" pos="3264">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90" autoAdjust="0"/>
    <p:restoredTop sz="69235" autoAdjust="0"/>
  </p:normalViewPr>
  <p:slideViewPr>
    <p:cSldViewPr snapToGrid="0">
      <p:cViewPr varScale="1">
        <p:scale>
          <a:sx n="50" d="100"/>
          <a:sy n="50" d="100"/>
        </p:scale>
        <p:origin x="52" y="772"/>
      </p:cViewPr>
      <p:guideLst>
        <p:guide orient="horz" pos="3264"/>
        <p:guide pos="57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298977786822375E-2"/>
          <c:y val="7.552938041712412E-2"/>
          <c:w val="0.94520599239210412"/>
          <c:h val="0.76060141848139895"/>
        </c:manualLayout>
      </c:layout>
      <c:barChart>
        <c:barDir val="col"/>
        <c:grouping val="clustered"/>
        <c:varyColors val="0"/>
        <c:ser>
          <c:idx val="0"/>
          <c:order val="0"/>
          <c:tx>
            <c:strRef>
              <c:f>Sheet1!$B$1</c:f>
              <c:strCache>
                <c:ptCount val="1"/>
                <c:pt idx="0">
                  <c:v>Year</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Sheet1!$A$2:$A$6</c:f>
              <c:numCache>
                <c:formatCode>General</c:formatCode>
                <c:ptCount val="5"/>
                <c:pt idx="0">
                  <c:v>2020</c:v>
                </c:pt>
                <c:pt idx="1">
                  <c:v>2021</c:v>
                </c:pt>
                <c:pt idx="2">
                  <c:v>2022</c:v>
                </c:pt>
                <c:pt idx="3">
                  <c:v>2023</c:v>
                </c:pt>
                <c:pt idx="4">
                  <c:v>2024</c:v>
                </c:pt>
              </c:numCache>
            </c:numRef>
          </c:cat>
          <c:val>
            <c:numRef>
              <c:f>Sheet1!$B$2:$B$6</c:f>
              <c:numCache>
                <c:formatCode>General</c:formatCode>
                <c:ptCount val="5"/>
                <c:pt idx="0">
                  <c:v>37</c:v>
                </c:pt>
                <c:pt idx="1">
                  <c:v>41</c:v>
                </c:pt>
                <c:pt idx="2">
                  <c:v>48</c:v>
                </c:pt>
                <c:pt idx="3">
                  <c:v>54</c:v>
                </c:pt>
                <c:pt idx="4">
                  <c:v>43</c:v>
                </c:pt>
              </c:numCache>
            </c:numRef>
          </c:val>
          <c:extLst>
            <c:ext xmlns:c16="http://schemas.microsoft.com/office/drawing/2014/chart" uri="{C3380CC4-5D6E-409C-BE32-E72D297353CC}">
              <c16:uniqueId val="{00000000-6663-4F70-A6D4-021AD9E0F6CF}"/>
            </c:ext>
          </c:extLst>
        </c:ser>
        <c:dLbls>
          <c:showLegendKey val="0"/>
          <c:showVal val="0"/>
          <c:showCatName val="0"/>
          <c:showSerName val="0"/>
          <c:showPercent val="0"/>
          <c:showBubbleSize val="0"/>
        </c:dLbls>
        <c:gapWidth val="80"/>
        <c:overlap val="25"/>
        <c:axId val="2132122256"/>
        <c:axId val="2132862192"/>
      </c:barChart>
      <c:catAx>
        <c:axId val="2132122256"/>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2132862192"/>
        <c:crosses val="autoZero"/>
        <c:auto val="1"/>
        <c:lblAlgn val="ctr"/>
        <c:lblOffset val="100"/>
        <c:noMultiLvlLbl val="0"/>
      </c:catAx>
      <c:valAx>
        <c:axId val="2132862192"/>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21321222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28700" y="8686800"/>
            <a:ext cx="8229600" cy="82296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3f6c5ee57eb_1_13: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1" name="Google Shape;1141;g3f6c5ee57eb_1_13: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dirty="0"/>
              <a:t>Welcome to SentinelOne Singularity Hyperautomation technical deep-dive.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In this training course will discuss </a:t>
            </a:r>
            <a:r>
              <a:rPr lang="en-AE" sz="1100" b="0" i="0" u="none" strike="noStrike" cap="none" dirty="0">
                <a:solidFill>
                  <a:schemeClr val="dk1"/>
                </a:solidFill>
                <a:effectLst/>
                <a:latin typeface="Calibri"/>
                <a:ea typeface="Calibri"/>
                <a:cs typeface="Calibri"/>
                <a:sym typeface="Calibri"/>
              </a:rPr>
              <a:t>Hyperautomation capabilities, component, integrations with 3</a:t>
            </a:r>
            <a:r>
              <a:rPr lang="en-AE" sz="1100" b="0" i="0" u="none" strike="noStrike" cap="none" baseline="30000" dirty="0">
                <a:solidFill>
                  <a:schemeClr val="dk1"/>
                </a:solidFill>
                <a:effectLst/>
                <a:latin typeface="Calibri"/>
                <a:ea typeface="Calibri"/>
                <a:cs typeface="Calibri"/>
                <a:sym typeface="Calibri"/>
              </a:rPr>
              <a:t>rd</a:t>
            </a:r>
            <a:r>
              <a:rPr lang="en-AE" sz="1100" b="0" i="0" u="none" strike="noStrike" cap="none" dirty="0">
                <a:solidFill>
                  <a:schemeClr val="dk1"/>
                </a:solidFill>
                <a:effectLst/>
                <a:latin typeface="Calibri"/>
                <a:ea typeface="Calibri"/>
                <a:cs typeface="Calibri"/>
                <a:sym typeface="Calibri"/>
              </a:rPr>
              <a:t> party tools, various use cases, and workflows in detail.</a:t>
            </a:r>
          </a:p>
          <a:p>
            <a:pPr marL="0" lvl="0" indent="0" algn="l" rtl="0">
              <a:lnSpc>
                <a:spcPct val="100000"/>
              </a:lnSpc>
              <a:spcBef>
                <a:spcPts val="0"/>
              </a:spcBef>
              <a:spcAft>
                <a:spcPts val="0"/>
              </a:spcAft>
              <a:buSzPts val="1400"/>
              <a:buNone/>
            </a:pPr>
            <a:endParaRPr lang="en-AE" sz="1100" b="0" i="0" u="none" strike="noStrike" cap="none" dirty="0">
              <a:solidFill>
                <a:schemeClr val="dk1"/>
              </a:solidFill>
              <a:effectLst/>
              <a:latin typeface="Calibri"/>
              <a:ea typeface="Calibri"/>
              <a:cs typeface="Calibri"/>
              <a:sym typeface="Calibri"/>
            </a:endParaRPr>
          </a:p>
          <a:p>
            <a:pPr marL="0" lvl="0" indent="0" algn="l" rtl="0">
              <a:lnSpc>
                <a:spcPct val="100000"/>
              </a:lnSpc>
              <a:spcBef>
                <a:spcPts val="0"/>
              </a:spcBef>
              <a:spcAft>
                <a:spcPts val="0"/>
              </a:spcAft>
              <a:buSzPts val="1400"/>
              <a:buNone/>
            </a:pPr>
            <a:r>
              <a:rPr lang="en-AE" sz="1100" b="0" i="0" u="none" strike="noStrike" cap="none" dirty="0">
                <a:solidFill>
                  <a:schemeClr val="dk1"/>
                </a:solidFill>
                <a:effectLst/>
                <a:latin typeface="Calibri"/>
                <a:ea typeface="Calibri"/>
                <a:cs typeface="Calibri"/>
                <a:sym typeface="Calibri"/>
              </a:rPr>
              <a:t>Basically, Hyperautomation is designed for SentinelOne users to enhance their speed and efficiency during their day-to-day Security Operations tasks like Alert Investigation, Incident Response, Threat Hunting, and taking quick actions when it comes to Alert Mitigation and Remediation.</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p191: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7" name="Google Shape;1167;p191: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p187: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latin typeface="Arial" panose="020B0604020202020204" pitchFamily="34" charset="0"/>
                <a:cs typeface="Arial" panose="020B0604020202020204" pitchFamily="34" charset="0"/>
              </a:rPr>
              <a:t>Presenter Notes</a:t>
            </a:r>
            <a:endParaRPr lang="en-US" b="0"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document, like many corporate presentations, contains statements about </a:t>
            </a:r>
            <a:r>
              <a:rPr lang="en-US" dirty="0" err="1"/>
              <a:t>SentinelOne's</a:t>
            </a:r>
            <a:r>
              <a:rPr lang="en-US" dirty="0"/>
              <a:t> future (like expected growth, financial performance, and product plans). These are called "forward-looking statements.“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are just predictions, not guarantees. Words like "expect," "potential," "intend," and "will" signal these future-focused statements.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Actual results could be very different. These statements are based on current beliefs and assumptions, but they are subject to various risks and uncertainties (like market changes, competition, etc.).</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Don't rely on them completely. You should not assume these predictions will definitely happen.</a:t>
            </a:r>
          </a:p>
          <a:p>
            <a:pPr marL="0" lvl="0" indent="0" algn="l" rtl="0">
              <a:spcBef>
                <a:spcPts val="0"/>
              </a:spcBef>
              <a:spcAft>
                <a:spcPts val="0"/>
              </a:spcAft>
              <a:buNone/>
            </a:pPr>
            <a:endParaRPr dirty="0"/>
          </a:p>
        </p:txBody>
      </p:sp>
      <p:sp>
        <p:nvSpPr>
          <p:cNvPr id="1175" name="Google Shape;1175;p187: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6"/>
        <p:cNvGrpSpPr/>
        <p:nvPr/>
      </p:nvGrpSpPr>
      <p:grpSpPr>
        <a:xfrm>
          <a:off x="0" y="0"/>
          <a:ext cx="0" cy="0"/>
          <a:chOff x="0" y="0"/>
          <a:chExt cx="0" cy="0"/>
        </a:xfrm>
      </p:grpSpPr>
      <p:sp>
        <p:nvSpPr>
          <p:cNvPr id="1167" name="Google Shape;1167;p5: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lang="en-US" b="1"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1168" name="Google Shape;1168;p5: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8: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457200" lvl="1" indent="0" algn="l" rtl="0">
              <a:lnSpc>
                <a:spcPct val="100000"/>
              </a:lnSpc>
              <a:spcBef>
                <a:spcPts val="0"/>
              </a:spcBef>
              <a:spcAft>
                <a:spcPts val="0"/>
              </a:spcAft>
              <a:buSzPts val="1400"/>
              <a:buNone/>
            </a:pPr>
            <a:r>
              <a:rPr lang="en-US" b="1" dirty="0"/>
              <a:t>Hyperautomation Release</a:t>
            </a:r>
          </a:p>
          <a:p>
            <a:pPr marL="457200" lvl="1" indent="0" algn="l" rtl="0">
              <a:lnSpc>
                <a:spcPct val="100000"/>
              </a:lnSpc>
              <a:spcBef>
                <a:spcPts val="0"/>
              </a:spcBef>
              <a:spcAft>
                <a:spcPts val="0"/>
              </a:spcAft>
              <a:buSzPts val="1400"/>
              <a:buNone/>
            </a:pPr>
            <a:endParaRPr lang="en-US" b="0" dirty="0"/>
          </a:p>
          <a:p>
            <a:pPr marL="457200" lvl="1" indent="0" algn="l" rtl="0">
              <a:lnSpc>
                <a:spcPct val="100000"/>
              </a:lnSpc>
              <a:spcBef>
                <a:spcPts val="0"/>
              </a:spcBef>
              <a:spcAft>
                <a:spcPts val="0"/>
              </a:spcAft>
              <a:buSzPts val="1400"/>
              <a:buNone/>
            </a:pPr>
            <a:r>
              <a:rPr lang="en-US" b="0" dirty="0"/>
              <a:t>Hyperautomation became part of S1 Singularity product suite after the acquisition of Stride Security, announced during </a:t>
            </a:r>
            <a:r>
              <a:rPr lang="en-US" b="0" dirty="0" err="1"/>
              <a:t>OneCon</a:t>
            </a:r>
            <a:r>
              <a:rPr lang="en-US" b="0" dirty="0"/>
              <a:t> in October 2024.</a:t>
            </a:r>
          </a:p>
          <a:p>
            <a:pPr marL="457200" lvl="1" indent="0" algn="l" rtl="0">
              <a:lnSpc>
                <a:spcPct val="100000"/>
              </a:lnSpc>
              <a:spcBef>
                <a:spcPts val="0"/>
              </a:spcBef>
              <a:spcAft>
                <a:spcPts val="0"/>
              </a:spcAft>
              <a:buSzPts val="1400"/>
              <a:buNone/>
            </a:pPr>
            <a:r>
              <a:rPr lang="en-US" b="0" dirty="0"/>
              <a:t>Official SOC Press was released on 21</a:t>
            </a:r>
            <a:r>
              <a:rPr lang="en-US" b="0" baseline="30000" dirty="0"/>
              <a:t>st</a:t>
            </a:r>
            <a:r>
              <a:rPr lang="en-US" b="0" dirty="0"/>
              <a:t> October 2024.</a:t>
            </a:r>
          </a:p>
          <a:p>
            <a:pPr marL="457200" lvl="1" indent="0" algn="l" rtl="0">
              <a:lnSpc>
                <a:spcPct val="100000"/>
              </a:lnSpc>
              <a:spcBef>
                <a:spcPts val="0"/>
              </a:spcBef>
              <a:spcAft>
                <a:spcPts val="0"/>
              </a:spcAft>
              <a:buSzPts val="1400"/>
              <a:buNone/>
            </a:pPr>
            <a:r>
              <a:rPr lang="en-US" b="0" dirty="0"/>
              <a:t>09</a:t>
            </a:r>
            <a:r>
              <a:rPr lang="en-US" b="0" baseline="30000" dirty="0"/>
              <a:t>th</a:t>
            </a:r>
            <a:r>
              <a:rPr lang="en-US" b="0" dirty="0"/>
              <a:t> February 2025 Hyperautomation was ready to launch with Purple Console version </a:t>
            </a:r>
            <a:r>
              <a:rPr lang="en-US" sz="1800" b="0" kern="0" dirty="0">
                <a:solidFill>
                  <a:srgbClr val="000000"/>
                </a:solidFill>
                <a:effectLst/>
                <a:latin typeface="Arial" panose="020B0604020202020204" pitchFamily="34" charset="0"/>
                <a:ea typeface="Aptos" panose="020B0004020202020204" pitchFamily="34" charset="0"/>
              </a:rPr>
              <a:t>S-25.1.1</a:t>
            </a:r>
            <a:endParaRPr lang="en-US" b="0" dirty="0"/>
          </a:p>
          <a:p>
            <a:pPr marL="0" lvl="0" indent="0" algn="l" rtl="0">
              <a:spcBef>
                <a:spcPts val="0"/>
              </a:spcBef>
              <a:spcAft>
                <a:spcPts val="0"/>
              </a:spcAft>
              <a:buNone/>
            </a:pPr>
            <a:endParaRPr dirty="0"/>
          </a:p>
        </p:txBody>
      </p:sp>
      <p:sp>
        <p:nvSpPr>
          <p:cNvPr id="1196" name="Google Shape;1196;p8: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p9: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i="1" dirty="0"/>
              <a:t>451 Research Report: https://www.sentinelone.com/resources/reports/451-research-report-hyperautomation-combines-automation-with-ai/</a:t>
            </a:r>
          </a:p>
          <a:p>
            <a:pPr marL="0" lvl="0" indent="0" algn="l" rtl="0">
              <a:lnSpc>
                <a:spcPct val="100000"/>
              </a:lnSpc>
              <a:spcBef>
                <a:spcPts val="0"/>
              </a:spcBef>
              <a:spcAft>
                <a:spcPts val="0"/>
              </a:spcAft>
              <a:buSzPts val="1400"/>
              <a:buNone/>
            </a:pPr>
            <a:endParaRPr lang="en-US"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1203" name="Google Shape;1203;p9: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7"/>
        <p:cNvGrpSpPr/>
        <p:nvPr/>
      </p:nvGrpSpPr>
      <p:grpSpPr>
        <a:xfrm>
          <a:off x="0" y="0"/>
          <a:ext cx="0" cy="0"/>
          <a:chOff x="0" y="0"/>
          <a:chExt cx="0" cy="0"/>
        </a:xfrm>
      </p:grpSpPr>
      <p:sp>
        <p:nvSpPr>
          <p:cNvPr id="1778" name="Google Shape;1778;p243: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00"/>
              <a:buFont typeface="Arial"/>
              <a:buNone/>
            </a:pPr>
            <a:r>
              <a:rPr lang="en-US" dirty="0"/>
              <a:t>The reasons so many alerts go uninvestigated include high volumes of low-fidelity security signals; inadequate, siloed analytical tools; and inefficient, time-consuming response processes.</a:t>
            </a:r>
          </a:p>
          <a:p>
            <a:pPr marL="0" lvl="0" indent="0" algn="l" rtl="0">
              <a:spcBef>
                <a:spcPts val="0"/>
              </a:spcBef>
              <a:spcAft>
                <a:spcPts val="0"/>
              </a:spcAft>
              <a:buClr>
                <a:schemeClr val="dk1"/>
              </a:buClr>
              <a:buSzPts val="1400"/>
              <a:buFont typeface="Arial"/>
              <a:buNone/>
            </a:pPr>
            <a:endParaRPr lang="en-US" dirty="0"/>
          </a:p>
          <a:p>
            <a:pPr marL="0" lvl="0" indent="0" algn="l" rtl="0">
              <a:spcBef>
                <a:spcPts val="0"/>
              </a:spcBef>
              <a:spcAft>
                <a:spcPts val="0"/>
              </a:spcAft>
              <a:buClr>
                <a:schemeClr val="dk1"/>
              </a:buClr>
              <a:buSzPts val="1400"/>
              <a:buFont typeface="Arial"/>
              <a:buNone/>
            </a:pPr>
            <a:r>
              <a:rPr lang="en-US" dirty="0"/>
              <a:t>Singularity Hyperautomation is built to help security teams with some of their most pressing challenges:</a:t>
            </a:r>
          </a:p>
          <a:p>
            <a:pPr marL="0" lvl="0" indent="0" algn="l" rtl="0">
              <a:spcBef>
                <a:spcPts val="0"/>
              </a:spcBef>
              <a:spcAft>
                <a:spcPts val="0"/>
              </a:spcAft>
              <a:buClr>
                <a:schemeClr val="dk1"/>
              </a:buClr>
              <a:buSzPts val="1400"/>
              <a:buFont typeface="Arial"/>
              <a:buNone/>
            </a:pPr>
            <a:endParaRPr lang="en-US" dirty="0"/>
          </a:p>
          <a:p>
            <a:pPr marL="482600" lvl="0" indent="-342900" algn="l" rtl="0">
              <a:spcBef>
                <a:spcPts val="0"/>
              </a:spcBef>
              <a:spcAft>
                <a:spcPts val="0"/>
              </a:spcAft>
              <a:buClr>
                <a:schemeClr val="dk1"/>
              </a:buClr>
              <a:buSzPts val="1400"/>
              <a:buFont typeface="Arial" panose="020B0604020202020204" pitchFamily="34" charset="0"/>
              <a:buChar char="•"/>
            </a:pPr>
            <a:r>
              <a:rPr lang="en-US" dirty="0"/>
              <a:t>High Alert Volume - Long alert queues requires thousands of investigation hours.</a:t>
            </a:r>
          </a:p>
          <a:p>
            <a:pPr marL="342900" lvl="0" indent="-342900" algn="l" rtl="0">
              <a:spcBef>
                <a:spcPts val="0"/>
              </a:spcBef>
              <a:spcAft>
                <a:spcPts val="0"/>
              </a:spcAft>
              <a:buClr>
                <a:schemeClr val="dk1"/>
              </a:buClr>
              <a:buSzPts val="1100"/>
              <a:buFont typeface="Arial" panose="020B0604020202020204" pitchFamily="34" charset="0"/>
              <a:buChar char="•"/>
            </a:pPr>
            <a:endParaRPr lang="en-US" dirty="0"/>
          </a:p>
          <a:p>
            <a:pPr marL="482600" lvl="0" indent="-342900" algn="l" rtl="0">
              <a:spcBef>
                <a:spcPts val="0"/>
              </a:spcBef>
              <a:spcAft>
                <a:spcPts val="0"/>
              </a:spcAft>
              <a:buClr>
                <a:schemeClr val="dk1"/>
              </a:buClr>
              <a:buSzPts val="1400"/>
              <a:buFont typeface="Arial" panose="020B0604020202020204" pitchFamily="34" charset="0"/>
              <a:buChar char="•"/>
            </a:pPr>
            <a:r>
              <a:rPr lang="en-US" dirty="0"/>
              <a:t>Manual Processes - When it comes to investigations or security operating processes, analysts are faced with a ton of manual and tedious workflows that take up a lot of time, distracting teams from their most critical tasks.</a:t>
            </a:r>
          </a:p>
          <a:p>
            <a:pPr marL="342900" lvl="0" indent="-342900" algn="l" rtl="0">
              <a:spcBef>
                <a:spcPts val="0"/>
              </a:spcBef>
              <a:spcAft>
                <a:spcPts val="0"/>
              </a:spcAft>
              <a:buClr>
                <a:schemeClr val="dk1"/>
              </a:buClr>
              <a:buSzPts val="1100"/>
              <a:buFont typeface="Arial" panose="020B0604020202020204" pitchFamily="34" charset="0"/>
              <a:buChar char="•"/>
            </a:pPr>
            <a:endParaRPr lang="en-US" dirty="0"/>
          </a:p>
          <a:p>
            <a:pPr marL="482600" lvl="0" indent="-342900" algn="l" rtl="0">
              <a:spcBef>
                <a:spcPts val="0"/>
              </a:spcBef>
              <a:spcAft>
                <a:spcPts val="0"/>
              </a:spcAft>
              <a:buClr>
                <a:schemeClr val="dk1"/>
              </a:buClr>
              <a:buSzPts val="1400"/>
              <a:buFont typeface="Arial" panose="020B0604020202020204" pitchFamily="34" charset="0"/>
              <a:buChar char="•"/>
            </a:pPr>
            <a:r>
              <a:rPr lang="en-US" dirty="0"/>
              <a:t>Tool Complexity - Orchestrating in the SOC is difficult with many different tools, people, and processes in place. This isn't made any easier if the tools themselves are complex to manage, not well-integrated with one another, and limits security teams on what they want to achieve. </a:t>
            </a:r>
          </a:p>
          <a:p>
            <a:pPr marL="0" lvl="0" indent="0" algn="l" rtl="0">
              <a:lnSpc>
                <a:spcPct val="100000"/>
              </a:lnSpc>
              <a:spcBef>
                <a:spcPts val="0"/>
              </a:spcBef>
              <a:spcAft>
                <a:spcPts val="0"/>
              </a:spcAft>
              <a:buSzPts val="1400"/>
              <a:buNone/>
            </a:pP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1779" name="Google Shape;1779;p243: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a:extLst>
            <a:ext uri="{FF2B5EF4-FFF2-40B4-BE49-F238E27FC236}">
              <a16:creationId xmlns:a16="http://schemas.microsoft.com/office/drawing/2014/main" id="{7DD90776-A3F6-40AA-F3FF-273B3D4FFE3D}"/>
            </a:ext>
          </a:extLst>
        </p:cNvPr>
        <p:cNvGrpSpPr/>
        <p:nvPr/>
      </p:nvGrpSpPr>
      <p:grpSpPr>
        <a:xfrm>
          <a:off x="0" y="0"/>
          <a:ext cx="0" cy="0"/>
          <a:chOff x="0" y="0"/>
          <a:chExt cx="0" cy="0"/>
        </a:xfrm>
      </p:grpSpPr>
      <p:sp>
        <p:nvSpPr>
          <p:cNvPr id="1214" name="Google Shape;1214;p11:notes">
            <a:extLst>
              <a:ext uri="{FF2B5EF4-FFF2-40B4-BE49-F238E27FC236}">
                <a16:creationId xmlns:a16="http://schemas.microsoft.com/office/drawing/2014/main" id="{A7B71779-4400-ABCE-61B8-4AF184CD5D0D}"/>
              </a:ext>
            </a:extLst>
          </p:cNvPr>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100" dirty="0"/>
              <a:t>Upcoming “Automatic Actions” is more SOAR-like. Specific to security use cases and mostly involve case management-type actions.</a:t>
            </a:r>
          </a:p>
          <a:p>
            <a:pPr marL="0" lvl="0" indent="0" algn="l" rtl="0">
              <a:lnSpc>
                <a:spcPct val="100000"/>
              </a:lnSpc>
              <a:spcBef>
                <a:spcPts val="0"/>
              </a:spcBef>
              <a:spcAft>
                <a:spcPts val="0"/>
              </a:spcAft>
              <a:buSzPts val="1400"/>
              <a:buNone/>
            </a:pPr>
            <a:endParaRPr lang="en-US" sz="1100" dirty="0"/>
          </a:p>
          <a:p>
            <a:pPr marL="0" lvl="0" indent="0" algn="l" rtl="0">
              <a:lnSpc>
                <a:spcPct val="100000"/>
              </a:lnSpc>
              <a:spcBef>
                <a:spcPts val="0"/>
              </a:spcBef>
              <a:spcAft>
                <a:spcPts val="0"/>
              </a:spcAft>
              <a:buSzPts val="1400"/>
              <a:buNone/>
            </a:pPr>
            <a:r>
              <a:rPr lang="en-US" sz="1100" b="1" dirty="0"/>
              <a:t>Ranked Execution Mode (Priority-Based)</a:t>
            </a:r>
            <a:endParaRPr lang="en-US" sz="1100" b="0" dirty="0"/>
          </a:p>
          <a:p>
            <a:pPr marL="0" lvl="0" indent="0" algn="l" rtl="0">
              <a:lnSpc>
                <a:spcPct val="100000"/>
              </a:lnSpc>
              <a:spcBef>
                <a:spcPts val="0"/>
              </a:spcBef>
              <a:spcAft>
                <a:spcPts val="0"/>
              </a:spcAft>
              <a:buSzPts val="1400"/>
              <a:buNone/>
            </a:pPr>
            <a:endParaRPr lang="en-US" sz="1100" b="0" dirty="0"/>
          </a:p>
          <a:p>
            <a:pPr marL="0" lvl="0" indent="0" algn="l" rtl="0">
              <a:lnSpc>
                <a:spcPct val="100000"/>
              </a:lnSpc>
              <a:spcBef>
                <a:spcPts val="0"/>
              </a:spcBef>
              <a:spcAft>
                <a:spcPts val="0"/>
              </a:spcAft>
              <a:buSzPts val="1400"/>
              <a:buNone/>
            </a:pPr>
            <a:endParaRPr lang="en-US" sz="1100" b="1" dirty="0"/>
          </a:p>
          <a:p>
            <a:pPr marL="0" lvl="0" indent="0" algn="l" rtl="0">
              <a:lnSpc>
                <a:spcPct val="100000"/>
              </a:lnSpc>
              <a:spcBef>
                <a:spcPts val="0"/>
              </a:spcBef>
              <a:spcAft>
                <a:spcPts val="0"/>
              </a:spcAft>
              <a:buSzPts val="1400"/>
              <a:buNone/>
            </a:pPr>
            <a:r>
              <a:rPr lang="en-US" dirty="0">
                <a:latin typeface="Arial" panose="020B0604020202020204" pitchFamily="34" charset="0"/>
                <a:cs typeface="Arial" panose="020B0604020202020204" pitchFamily="34" charset="0"/>
              </a:rPr>
              <a:t>In Ranked mode, rules are organized in a strict top-down hierarchy (a sequential list) and evaluated in order of their priority. When an alert is generated, the rule engine evaluates it against the rules sequentially, starting from Rank 1. </a:t>
            </a:r>
            <a:r>
              <a:rPr lang="en-US" sz="1100" b="0" i="0" u="none" strike="noStrike" cap="none" spc="0" dirty="0">
                <a:solidFill>
                  <a:srgbClr val="000000"/>
                </a:solidFill>
                <a:effectLst/>
                <a:latin typeface="Arial"/>
                <a:ea typeface="Arial"/>
                <a:cs typeface="Arial"/>
                <a:sym typeface="Arial"/>
              </a:rPr>
              <a:t>As soon as the alert meets the criteria of a specific rule, the associated action is executed, and the evaluation stops</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Independent Execution Mode (Parallel-Based)</a:t>
            </a:r>
            <a:endParaRPr lang="en-US" b="0" dirty="0"/>
          </a:p>
          <a:p>
            <a:pPr marL="158750" indent="0">
              <a:buNone/>
            </a:pPr>
            <a:endParaRPr lang="en-US" sz="1100" b="0" i="0" u="none" strike="noStrike" cap="none" spc="0" dirty="0">
              <a:solidFill>
                <a:srgbClr val="000000"/>
              </a:solidFill>
              <a:effectLst/>
              <a:latin typeface="Arial"/>
              <a:ea typeface="Arial"/>
              <a:cs typeface="Arial"/>
              <a:sym typeface="Arial"/>
            </a:endParaRPr>
          </a:p>
          <a:p>
            <a:pPr marL="158750" lvl="0" indent="0">
              <a:buNone/>
            </a:pPr>
            <a:r>
              <a:rPr lang="en-US" sz="1100" b="0" i="0" u="none" strike="noStrike" cap="none" spc="0" dirty="0">
                <a:solidFill>
                  <a:srgbClr val="000000"/>
                </a:solidFill>
                <a:effectLst/>
                <a:latin typeface="Arial"/>
                <a:ea typeface="Arial"/>
                <a:cs typeface="Arial"/>
                <a:sym typeface="Arial"/>
              </a:rPr>
              <a:t>In Independent mode, rules exist outside of a hierarchy and are evaluated in parallel. When an alert is generated, the engine evaluates it against all active independent rules simultaneously. If an alert matches the criteria of multiple independent rules, all of those matching rules will fire their respective actions.</a:t>
            </a:r>
          </a:p>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Note:</a:t>
            </a:r>
            <a:r>
              <a:rPr lang="en-US" b="0" dirty="0"/>
              <a:t> This isn’t retroactive. </a:t>
            </a:r>
            <a:r>
              <a:rPr lang="en-US" sz="1100" b="0" i="0" u="none" strike="noStrike" cap="none" spc="0" dirty="0">
                <a:solidFill>
                  <a:srgbClr val="000000"/>
                </a:solidFill>
                <a:effectLst/>
                <a:latin typeface="Arial"/>
                <a:ea typeface="Arial"/>
                <a:cs typeface="Arial"/>
                <a:sym typeface="Arial"/>
              </a:rPr>
              <a:t>Existing alerts already sitting in your open queue—regardless of how long they have been there or whether they perfectly match the rule's criteria—will not be processed or updated by the newly enabled rule. The rule will only trigger on new incoming alerts that enter the console triage queue from that moment forward.</a:t>
            </a:r>
          </a:p>
          <a:p>
            <a:pPr marL="0" lvl="0" indent="0" algn="l" rtl="0">
              <a:spcBef>
                <a:spcPts val="0"/>
              </a:spcBef>
              <a:spcAft>
                <a:spcPts val="0"/>
              </a:spcAft>
              <a:buNone/>
            </a:pPr>
            <a:endParaRPr lang="en-US" sz="1100" b="0" i="0" u="none" strike="noStrike" cap="none" spc="0" dirty="0">
              <a:solidFill>
                <a:srgbClr val="000000"/>
              </a:solidFill>
              <a:effectLst/>
              <a:latin typeface="Arial"/>
              <a:cs typeface="Arial"/>
              <a:sym typeface="Arial"/>
            </a:endParaRPr>
          </a:p>
          <a:p>
            <a:pPr marL="0" lvl="0" indent="0" algn="l" rtl="0">
              <a:spcBef>
                <a:spcPts val="0"/>
              </a:spcBef>
              <a:spcAft>
                <a:spcPts val="0"/>
              </a:spcAft>
              <a:buNone/>
            </a:pPr>
            <a:r>
              <a:rPr lang="en-US" sz="1100" b="0" i="1" u="none" strike="noStrike" cap="none" spc="0" dirty="0">
                <a:solidFill>
                  <a:srgbClr val="000000"/>
                </a:solidFill>
                <a:effectLst/>
                <a:latin typeface="Arial"/>
                <a:ea typeface="Arial"/>
                <a:cs typeface="Arial"/>
                <a:sym typeface="Arial"/>
              </a:rPr>
              <a:t>Note: Ensure that your rules in Independent mode do not have conflicting actions—such as assigning the same alert to two different owners—as this can lead to race conditions where the final assigned state is unpredictable</a:t>
            </a:r>
            <a:endParaRPr b="1" dirty="0"/>
          </a:p>
        </p:txBody>
      </p:sp>
      <p:sp>
        <p:nvSpPr>
          <p:cNvPr id="1215" name="Google Shape;1215;p11:notes">
            <a:extLst>
              <a:ext uri="{FF2B5EF4-FFF2-40B4-BE49-F238E27FC236}">
                <a16:creationId xmlns:a16="http://schemas.microsoft.com/office/drawing/2014/main" id="{2F67ADA7-6DC2-592A-0864-74E677EDB8D9}"/>
              </a:ext>
            </a:extLst>
          </p:cNvPr>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871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p11: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100" dirty="0"/>
              <a:t>Natural progression from SOAR, which was generally harder to automate, had fewer available triggers, and was/is often limited to security uses cases. Note the Gartner definition includes “business and IT processes”</a:t>
            </a:r>
          </a:p>
          <a:p>
            <a:pPr marL="0" lvl="0" indent="0" algn="l" rtl="0">
              <a:lnSpc>
                <a:spcPct val="100000"/>
              </a:lnSpc>
              <a:spcBef>
                <a:spcPts val="0"/>
              </a:spcBef>
              <a:spcAft>
                <a:spcPts val="0"/>
              </a:spcAft>
              <a:buSzPts val="1400"/>
              <a:buNone/>
            </a:pPr>
            <a:endParaRPr lang="en-US" sz="1100" dirty="0"/>
          </a:p>
          <a:p>
            <a:pPr marL="0" lvl="0" indent="0" algn="l" rtl="0">
              <a:lnSpc>
                <a:spcPct val="100000"/>
              </a:lnSpc>
              <a:spcBef>
                <a:spcPts val="0"/>
              </a:spcBef>
              <a:spcAft>
                <a:spcPts val="0"/>
              </a:spcAft>
              <a:buSzPts val="1400"/>
              <a:buNone/>
            </a:pPr>
            <a:r>
              <a:rPr lang="en-US" sz="1100" dirty="0"/>
              <a:t>In simpler terms, Hyperautomation is about scaling your automation efforts across the entire organization, </a:t>
            </a:r>
          </a:p>
          <a:p>
            <a:pPr marL="0" lvl="0" indent="0" algn="l" rtl="0">
              <a:lnSpc>
                <a:spcPct val="100000"/>
              </a:lnSpc>
              <a:spcBef>
                <a:spcPts val="0"/>
              </a:spcBef>
              <a:spcAft>
                <a:spcPts val="0"/>
              </a:spcAft>
              <a:buSzPts val="1400"/>
              <a:buNone/>
            </a:pPr>
            <a:r>
              <a:rPr lang="en-US" sz="1100" dirty="0"/>
              <a:t>ensuring that you can automate not just isolated tasks, but entire workflows and processes.</a:t>
            </a:r>
          </a:p>
          <a:p>
            <a:pPr marL="0" lvl="0" indent="0" algn="l" rtl="0">
              <a:lnSpc>
                <a:spcPct val="100000"/>
              </a:lnSpc>
              <a:spcBef>
                <a:spcPts val="0"/>
              </a:spcBef>
              <a:spcAft>
                <a:spcPts val="0"/>
              </a:spcAft>
              <a:buSzPts val="1400"/>
              <a:buNone/>
            </a:pPr>
            <a:endParaRPr lang="en-US" sz="1100" dirty="0"/>
          </a:p>
          <a:p>
            <a:pPr marL="0" lvl="0" indent="0" algn="l" rtl="0">
              <a:lnSpc>
                <a:spcPct val="100000"/>
              </a:lnSpc>
              <a:spcBef>
                <a:spcPts val="0"/>
              </a:spcBef>
              <a:spcAft>
                <a:spcPts val="0"/>
              </a:spcAft>
              <a:buSzPts val="1400"/>
              <a:buNone/>
            </a:pP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1215" name="Google Shape;1215;p11: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p19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2" name="Google Shape;1202;p19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i="1" dirty="0">
                <a:latin typeface="Arial"/>
                <a:ea typeface="Arial"/>
                <a:cs typeface="Arial"/>
                <a:sym typeface="Arial"/>
              </a:rPr>
              <a:t>Note that these are also by and large security-based hyperautomation use cases. One of the defining characteristics of hyperautomation is its ability to integrate beyond the traditional security toolsets.</a:t>
            </a:r>
          </a:p>
          <a:p>
            <a:pPr marL="0" lvl="0" indent="0" algn="l" rtl="0">
              <a:spcBef>
                <a:spcPts val="0"/>
              </a:spcBef>
              <a:spcAft>
                <a:spcPts val="0"/>
              </a:spcAft>
              <a:buNone/>
            </a:pPr>
            <a:endParaRPr lang="en-US" sz="1200" b="1" dirty="0">
              <a:latin typeface="Arial"/>
              <a:ea typeface="Arial"/>
              <a:cs typeface="Arial"/>
              <a:sym typeface="Arial"/>
            </a:endParaRPr>
          </a:p>
          <a:p>
            <a:pPr marL="0" lvl="0" indent="0" algn="l" rtl="0">
              <a:lnSpc>
                <a:spcPct val="100000"/>
              </a:lnSpc>
              <a:spcBef>
                <a:spcPts val="0"/>
              </a:spcBef>
              <a:spcAft>
                <a:spcPts val="0"/>
              </a:spcAft>
              <a:buSzPts val="1400"/>
              <a:buNone/>
            </a:pPr>
            <a:r>
              <a:rPr lang="en-US" sz="1200" b="1" i="1" dirty="0">
                <a:latin typeface="Arial" panose="020B0604020202020204" pitchFamily="34" charset="0"/>
                <a:cs typeface="Arial" panose="020B0604020202020204" pitchFamily="34" charset="0"/>
              </a:rPr>
              <a:t>Identity and Access Management</a:t>
            </a:r>
            <a:endParaRPr lang="en-US" sz="1200" b="0" i="1"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endParaRPr lang="en-US" sz="1200"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sz="1200" b="0" dirty="0">
                <a:latin typeface="Arial" panose="020B0604020202020204" pitchFamily="34" charset="0"/>
                <a:cs typeface="Arial" panose="020B0604020202020204" pitchFamily="34" charset="0"/>
              </a:rPr>
              <a:t>Secure, efficient management of user and machine access to systems and data is another highly repetitive task that has traditionally required substantial human involvement. This includes provisioning and de-provisioning user and machine identities, employing classic behavioral analytics to determine potential suspicious activities, and then taking actions such as disabling accounts and forcing password resets. Hyperautomation can take outputs from pattern-detecting AI/ML models and correlate them with additional data and signals such as threat intelligence and attacker tactics to determine the degree of risk. For example, AI models could detect behavioral anomalies such as accounts downloading large quantities of data from organizational systems or impossible login scenarios. The account in question may be placed on a watch list, and an agent could automatically force a password reset or disable the account when access is determined to be of high risk and potentially the result of a compromised account.</a:t>
            </a:r>
          </a:p>
          <a:p>
            <a:pPr marL="0" marR="0" lvl="0" indent="0" algn="l" rtl="0">
              <a:lnSpc>
                <a:spcPct val="100000"/>
              </a:lnSpc>
              <a:spcBef>
                <a:spcPts val="0"/>
              </a:spcBef>
              <a:spcAft>
                <a:spcPts val="0"/>
              </a:spcAft>
              <a:buSzPts val="1100"/>
              <a:buNone/>
            </a:pPr>
            <a:endParaRPr lang="en-US" sz="1200" dirty="0">
              <a:solidFill>
                <a:schemeClr val="dk1"/>
              </a:solidFill>
              <a:latin typeface="Arial"/>
              <a:ea typeface="Arial"/>
              <a:cs typeface="Arial"/>
              <a:sym typeface="Arial"/>
            </a:endParaRPr>
          </a:p>
          <a:p>
            <a:pPr marL="0" lvl="0" indent="0" algn="l" rtl="0">
              <a:spcBef>
                <a:spcPts val="0"/>
              </a:spcBef>
              <a:spcAft>
                <a:spcPts val="0"/>
              </a:spcAft>
              <a:buNone/>
            </a:pPr>
            <a:r>
              <a:rPr lang="en-US" sz="1200" b="1" i="1" dirty="0">
                <a:latin typeface="Arial"/>
                <a:ea typeface="Arial"/>
                <a:cs typeface="Arial"/>
                <a:sym typeface="Arial"/>
              </a:rPr>
              <a:t>Threat Hunting and Response</a:t>
            </a:r>
            <a:endParaRPr lang="en-US" sz="1200" b="0" i="1" dirty="0">
              <a:latin typeface="Arial"/>
              <a:ea typeface="Arial"/>
              <a:cs typeface="Arial"/>
              <a:sym typeface="Arial"/>
            </a:endParaRPr>
          </a:p>
          <a:p>
            <a:pPr marL="0" lvl="0" indent="0" algn="l" rtl="0">
              <a:spcBef>
                <a:spcPts val="0"/>
              </a:spcBef>
              <a:spcAft>
                <a:spcPts val="0"/>
              </a:spcAft>
              <a:buNone/>
            </a:pPr>
            <a:endParaRPr lang="en-US" sz="1200" b="0" dirty="0">
              <a:latin typeface="Arial"/>
              <a:ea typeface="Arial"/>
              <a:cs typeface="Arial"/>
              <a:sym typeface="Arial"/>
            </a:endParaRPr>
          </a:p>
          <a:p>
            <a:pPr marL="0" lvl="0" indent="0" algn="l" rtl="0">
              <a:spcBef>
                <a:spcPts val="0"/>
              </a:spcBef>
              <a:spcAft>
                <a:spcPts val="0"/>
              </a:spcAft>
              <a:buNone/>
            </a:pPr>
            <a:r>
              <a:rPr lang="en-US" sz="1200" b="0" dirty="0">
                <a:latin typeface="Arial"/>
                <a:ea typeface="Arial"/>
                <a:cs typeface="Arial"/>
                <a:sym typeface="Arial"/>
              </a:rPr>
              <a:t>Threat hunting could also benefit from hyperautomation, which can aid in searching for advanced threats as well as indicators of potential threats. Hyperautomation could help by correlating signals from AI models that identify potential or actual threats with data from multiple sources, including threat intelligence, indicators of compromise, news feeds, operational systems (security and observability data) and user/entity behavior analytics. Agents can automate data collection, including preserving potential forensic data related to suspicious activities by saving it in immutable </a:t>
            </a:r>
            <a:r>
              <a:rPr lang="en-US" sz="1200" b="0" dirty="0" err="1">
                <a:latin typeface="Arial"/>
                <a:ea typeface="Arial"/>
                <a:cs typeface="Arial"/>
                <a:sym typeface="Arial"/>
              </a:rPr>
              <a:t>storage.For</a:t>
            </a:r>
            <a:r>
              <a:rPr lang="en-US" sz="1200" b="0" dirty="0">
                <a:latin typeface="Arial"/>
                <a:ea typeface="Arial"/>
                <a:cs typeface="Arial"/>
                <a:sym typeface="Arial"/>
              </a:rPr>
              <a:t> example, AI models may detect a subtle anomaly in network traffic, which when correlated with threat intelligence data indicates a potential nation-state attack. Personnel can be notified of the potential threat while agents automatically collect and preserve data from potentially affected systems for later analysis and use.</a:t>
            </a:r>
          </a:p>
          <a:p>
            <a:pPr marL="0" lvl="0" indent="0" algn="l" rtl="0">
              <a:spcBef>
                <a:spcPts val="0"/>
              </a:spcBef>
              <a:spcAft>
                <a:spcPts val="0"/>
              </a:spcAft>
              <a:buNone/>
            </a:pPr>
            <a:endParaRPr lang="en-US" sz="1200" b="0" dirty="0">
              <a:latin typeface="Arial"/>
              <a:ea typeface="Arial"/>
              <a:cs typeface="Arial"/>
              <a:sym typeface="Arial"/>
            </a:endParaRPr>
          </a:p>
          <a:p>
            <a:pPr marL="0" lvl="0" indent="0" algn="l" rtl="0">
              <a:spcBef>
                <a:spcPts val="0"/>
              </a:spcBef>
              <a:spcAft>
                <a:spcPts val="0"/>
              </a:spcAft>
              <a:buNone/>
            </a:pPr>
            <a:r>
              <a:rPr lang="en-US" sz="1200" b="0" dirty="0">
                <a:latin typeface="Arial"/>
                <a:ea typeface="Arial"/>
                <a:cs typeface="Arial"/>
                <a:sym typeface="Arial"/>
              </a:rPr>
              <a:t>What I’ve tried to do is select workflow examples for our use case walkthrough that highlight these functionalities.</a:t>
            </a:r>
          </a:p>
          <a:p>
            <a:pPr marL="0" lvl="0" indent="0" algn="l" rtl="0">
              <a:spcBef>
                <a:spcPts val="0"/>
              </a:spcBef>
              <a:spcAft>
                <a:spcPts val="0"/>
              </a:spcAft>
              <a:buNone/>
            </a:pPr>
            <a:endParaRPr lang="en-US" sz="1200" b="1"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Endpoint Threat Mitigation</a:t>
            </a:r>
            <a:br>
              <a:rPr lang="en-US" sz="1200" b="1" dirty="0">
                <a:latin typeface="Arial"/>
                <a:ea typeface="Arial"/>
                <a:cs typeface="Arial"/>
                <a:sym typeface="Arial"/>
              </a:rPr>
            </a:br>
            <a:r>
              <a:rPr lang="en-US" sz="1200" i="1" dirty="0">
                <a:latin typeface="Arial"/>
                <a:ea typeface="Arial"/>
                <a:cs typeface="Arial"/>
                <a:sym typeface="Arial"/>
              </a:rPr>
              <a:t>"Automate actions like quarantine, rollback, or killing malicious processes to stop threats fast. For example, isolate a compromised device in seconds."</a:t>
            </a: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Identity and Access</a:t>
            </a:r>
            <a:br>
              <a:rPr lang="en-US" sz="1200" b="1" dirty="0">
                <a:latin typeface="Arial"/>
                <a:ea typeface="Arial"/>
                <a:cs typeface="Arial"/>
                <a:sym typeface="Arial"/>
              </a:rPr>
            </a:br>
            <a:r>
              <a:rPr lang="en-US" sz="1200" i="1" dirty="0">
                <a:latin typeface="Arial"/>
                <a:ea typeface="Arial"/>
                <a:cs typeface="Arial"/>
                <a:sym typeface="Arial"/>
              </a:rPr>
              <a:t>"Streamline access blocks, 2FA prompts, and JIT provisioning to secure accounts. Suspend compromised users automatically."</a:t>
            </a: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Email Security</a:t>
            </a:r>
            <a:br>
              <a:rPr lang="en-US" sz="1200" b="1" dirty="0">
                <a:latin typeface="Arial"/>
                <a:ea typeface="Arial"/>
                <a:cs typeface="Arial"/>
                <a:sym typeface="Arial"/>
              </a:rPr>
            </a:br>
            <a:r>
              <a:rPr lang="en-US" sz="1200" i="1" dirty="0">
                <a:latin typeface="Arial"/>
                <a:ea typeface="Arial"/>
                <a:cs typeface="Arial"/>
                <a:sym typeface="Arial"/>
              </a:rPr>
              <a:t>"Analyze and enrich email threats like phishing to reduce manual work. For instance, flag suspicious links for investigation."</a:t>
            </a: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Network Response</a:t>
            </a:r>
            <a:br>
              <a:rPr lang="en-US" sz="1200" b="1" dirty="0">
                <a:latin typeface="Arial"/>
                <a:ea typeface="Arial"/>
                <a:cs typeface="Arial"/>
                <a:sym typeface="Arial"/>
              </a:rPr>
            </a:br>
            <a:r>
              <a:rPr lang="en-US" sz="1200" i="1" dirty="0">
                <a:latin typeface="Arial"/>
                <a:ea typeface="Arial"/>
                <a:cs typeface="Arial"/>
                <a:sym typeface="Arial"/>
              </a:rPr>
              <a:t>"Block malicious domains, IPs, and URLs automatically to contain threats. For example, stop traffic to known bad actors instantly."</a:t>
            </a: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Ticketing and Reporting</a:t>
            </a:r>
            <a:br>
              <a:rPr lang="en-US" sz="1200" b="1" dirty="0">
                <a:latin typeface="Arial"/>
                <a:ea typeface="Arial"/>
                <a:cs typeface="Arial"/>
                <a:sym typeface="Arial"/>
              </a:rPr>
            </a:br>
            <a:r>
              <a:rPr lang="en-US" sz="1200" i="1" dirty="0">
                <a:latin typeface="Arial"/>
                <a:ea typeface="Arial"/>
                <a:cs typeface="Arial"/>
                <a:sym typeface="Arial"/>
              </a:rPr>
              <a:t>"Create and sync tickets across systems, track escalations, and auto-generate reports. For instance, log an incident in ServiceNow immediately."</a:t>
            </a: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Exposure Management</a:t>
            </a:r>
            <a:br>
              <a:rPr lang="en-US" sz="1200" b="1" dirty="0">
                <a:latin typeface="Arial"/>
                <a:ea typeface="Arial"/>
                <a:cs typeface="Arial"/>
                <a:sym typeface="Arial"/>
              </a:rPr>
            </a:br>
            <a:r>
              <a:rPr lang="en-US" sz="1200" i="1" dirty="0">
                <a:latin typeface="Arial"/>
                <a:ea typeface="Arial"/>
                <a:cs typeface="Arial"/>
                <a:sym typeface="Arial"/>
              </a:rPr>
              <a:t>"Identify, prioritize, and fix vulnerabilities and misconfigurations. For example, patch critical CVEs without delay.“ </a:t>
            </a:r>
            <a:r>
              <a:rPr lang="en-US" sz="1200" i="0" dirty="0">
                <a:latin typeface="Arial"/>
                <a:ea typeface="Arial"/>
                <a:cs typeface="Arial"/>
                <a:sym typeface="Arial"/>
              </a:rPr>
              <a:t>Maybe note that, originally, our CNS used its own mechanism for auto-mitigating misconfigurations. That’s now part of HA.</a:t>
            </a:r>
            <a:endParaRPr lang="en-US" sz="1200" i="1"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Threat Hunting and Response</a:t>
            </a:r>
            <a:br>
              <a:rPr lang="en-US" sz="1200" b="1" dirty="0">
                <a:latin typeface="Arial"/>
                <a:ea typeface="Arial"/>
                <a:cs typeface="Arial"/>
                <a:sym typeface="Arial"/>
              </a:rPr>
            </a:br>
            <a:r>
              <a:rPr lang="en-US" sz="1200" i="1" dirty="0">
                <a:latin typeface="Arial"/>
                <a:ea typeface="Arial"/>
                <a:cs typeface="Arial"/>
                <a:sym typeface="Arial"/>
              </a:rPr>
              <a:t>"Enable proactive workflows like insider threat hunting and cloud posture management. Spot and stop unusual admin behavior early."</a:t>
            </a:r>
          </a:p>
          <a:p>
            <a:pPr marL="457200" lvl="0" indent="-298450" algn="l" rtl="0">
              <a:spcBef>
                <a:spcPts val="0"/>
              </a:spcBef>
              <a:spcAft>
                <a:spcPts val="0"/>
              </a:spcAft>
              <a:buSzPts val="1100"/>
              <a:buFont typeface="Arial"/>
              <a:buAutoNum type="arabicPeriod"/>
            </a:pPr>
            <a:r>
              <a:rPr lang="en-US" sz="1200" b="1" dirty="0">
                <a:latin typeface="Arial"/>
                <a:ea typeface="Arial"/>
                <a:cs typeface="Arial"/>
                <a:sym typeface="Arial"/>
              </a:rPr>
              <a:t>Alert Management</a:t>
            </a:r>
            <a:br>
              <a:rPr lang="en-US" sz="1200" b="1" dirty="0">
                <a:latin typeface="Arial"/>
                <a:ea typeface="Arial"/>
                <a:cs typeface="Arial"/>
                <a:sym typeface="Arial"/>
              </a:rPr>
            </a:br>
            <a:r>
              <a:rPr lang="en-US" sz="1200" i="1" dirty="0">
                <a:latin typeface="Arial"/>
                <a:ea typeface="Arial"/>
                <a:cs typeface="Arial"/>
                <a:sym typeface="Arial"/>
              </a:rPr>
              <a:t>"Automate triage, enrichment, and correlation to focus on critical alerts. For example, link related alerts into one investigation.“ </a:t>
            </a:r>
            <a:r>
              <a:rPr lang="en-US" sz="1200" i="0" dirty="0">
                <a:latin typeface="Arial"/>
                <a:ea typeface="Arial"/>
                <a:cs typeface="Arial"/>
                <a:sym typeface="Arial"/>
              </a:rPr>
              <a:t>For example, Carter says the S1 SOC’s major use case for HA is adding context to threats. They create a Jira ticket, then add details from various sources.</a:t>
            </a:r>
            <a:endParaRPr lang="en-US" sz="1200" i="1" dirty="0">
              <a:latin typeface="Arial"/>
              <a:ea typeface="Arial"/>
              <a:cs typeface="Arial"/>
              <a:sym typeface="Arial"/>
            </a:endParaRPr>
          </a:p>
          <a:p>
            <a:pPr marL="0" marR="0" lvl="0" indent="0" algn="l" rtl="0">
              <a:lnSpc>
                <a:spcPct val="100000"/>
              </a:lnSpc>
              <a:spcBef>
                <a:spcPts val="0"/>
              </a:spcBef>
              <a:spcAft>
                <a:spcPts val="0"/>
              </a:spcAft>
              <a:buSzPts val="1100"/>
              <a:buNone/>
            </a:pPr>
            <a:endParaRPr sz="1200" dirty="0">
              <a:solidFill>
                <a:schemeClr val="dk1"/>
              </a:solidFill>
              <a:latin typeface="Arial"/>
              <a:ea typeface="Arial"/>
              <a:cs typeface="Arial"/>
              <a:sym typeface="Arial"/>
            </a:endParaRPr>
          </a:p>
        </p:txBody>
      </p:sp>
      <p:sp>
        <p:nvSpPr>
          <p:cNvPr id="1203" name="Google Shape;1203;p19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7"/>
        <p:cNvGrpSpPr/>
        <p:nvPr/>
      </p:nvGrpSpPr>
      <p:grpSpPr>
        <a:xfrm>
          <a:off x="0" y="0"/>
          <a:ext cx="0" cy="0"/>
          <a:chOff x="0" y="0"/>
          <a:chExt cx="0" cy="0"/>
        </a:xfrm>
      </p:grpSpPr>
      <p:sp>
        <p:nvSpPr>
          <p:cNvPr id="1258" name="Google Shape;1258;p14: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9" name="Google Shape;1259;p14: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i="1" dirty="0"/>
              <a:t>Attendees may have already seen this architecture slide. Focus on the Hyperautomation layer. </a:t>
            </a:r>
            <a:endParaRPr i="1" dirty="0"/>
          </a:p>
        </p:txBody>
      </p:sp>
      <p:sp>
        <p:nvSpPr>
          <p:cNvPr id="350" name="Google Shape;350;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9"/>
        <p:cNvGrpSpPr/>
        <p:nvPr/>
      </p:nvGrpSpPr>
      <p:grpSpPr>
        <a:xfrm>
          <a:off x="0" y="0"/>
          <a:ext cx="0" cy="0"/>
          <a:chOff x="0" y="0"/>
          <a:chExt cx="0" cy="0"/>
        </a:xfrm>
      </p:grpSpPr>
      <p:sp>
        <p:nvSpPr>
          <p:cNvPr id="1960" name="Google Shape;1960;p251: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i="1" dirty="0"/>
              <a:t>Want to emphasize the importance of defining your processes and outcomes first. It doesn’t help to automate chaos—you’re just making chaos more quickly.</a:t>
            </a:r>
          </a:p>
          <a:p>
            <a:pPr marL="0" lvl="0" indent="0" algn="l" rtl="0">
              <a:lnSpc>
                <a:spcPct val="100000"/>
              </a:lnSpc>
              <a:spcBef>
                <a:spcPts val="0"/>
              </a:spcBef>
              <a:spcAft>
                <a:spcPts val="0"/>
              </a:spcAft>
              <a:buSzPts val="1100"/>
              <a:buNone/>
            </a:pPr>
            <a:endParaRPr lang="en-US" sz="1100" dirty="0"/>
          </a:p>
          <a:p>
            <a:pPr marL="0" lvl="0" indent="0" algn="l" rtl="0">
              <a:lnSpc>
                <a:spcPct val="100000"/>
              </a:lnSpc>
              <a:spcBef>
                <a:spcPts val="0"/>
              </a:spcBef>
              <a:spcAft>
                <a:spcPts val="0"/>
              </a:spcAft>
              <a:buSzPts val="1100"/>
              <a:buNone/>
            </a:pPr>
            <a:r>
              <a:rPr lang="en-US" sz="1100" dirty="0"/>
              <a:t>HA process is usually presented as Infinity Loop…</a:t>
            </a:r>
          </a:p>
          <a:p>
            <a:pPr marL="0" lvl="0" indent="0" algn="l" rtl="0">
              <a:lnSpc>
                <a:spcPct val="100000"/>
              </a:lnSpc>
              <a:spcBef>
                <a:spcPts val="0"/>
              </a:spcBef>
              <a:spcAft>
                <a:spcPts val="0"/>
              </a:spcAft>
              <a:buSzPts val="1100"/>
              <a:buNone/>
            </a:pPr>
            <a:endParaRPr lang="en-US" sz="1100" dirty="0"/>
          </a:p>
          <a:p>
            <a:pPr marL="0" lvl="0" indent="0" algn="l" rtl="0">
              <a:lnSpc>
                <a:spcPct val="100000"/>
              </a:lnSpc>
              <a:spcBef>
                <a:spcPts val="0"/>
              </a:spcBef>
              <a:spcAft>
                <a:spcPts val="0"/>
              </a:spcAft>
              <a:buSzPts val="1100"/>
              <a:buNone/>
            </a:pPr>
            <a:r>
              <a:rPr lang="en-US" sz="1100" dirty="0"/>
              <a:t>There are a few core principles that drive successful Hyperautomation. </a:t>
            </a:r>
          </a:p>
          <a:p>
            <a:pPr marL="457200" lvl="0" indent="-330200" algn="l" rtl="0">
              <a:lnSpc>
                <a:spcPct val="100000"/>
              </a:lnSpc>
              <a:spcBef>
                <a:spcPts val="0"/>
              </a:spcBef>
              <a:spcAft>
                <a:spcPts val="0"/>
              </a:spcAft>
              <a:buSzPts val="1600"/>
              <a:buChar char="●"/>
            </a:pPr>
            <a:r>
              <a:rPr lang="en-US" sz="1100" dirty="0"/>
              <a:t>First, you need to </a:t>
            </a:r>
            <a:r>
              <a:rPr lang="en-US" sz="1100" b="1" dirty="0"/>
              <a:t>Identify Processes</a:t>
            </a:r>
            <a:r>
              <a:rPr lang="en-US" sz="1100" dirty="0"/>
              <a:t>—understanding what tasks are ripe for automation within your organization.</a:t>
            </a:r>
          </a:p>
          <a:p>
            <a:pPr marL="457200" lvl="0" indent="-330200" algn="l" rtl="0">
              <a:lnSpc>
                <a:spcPct val="100000"/>
              </a:lnSpc>
              <a:spcBef>
                <a:spcPts val="0"/>
              </a:spcBef>
              <a:spcAft>
                <a:spcPts val="0"/>
              </a:spcAft>
              <a:buSzPts val="1600"/>
              <a:buChar char="●"/>
            </a:pPr>
            <a:r>
              <a:rPr lang="en-US" sz="1100" dirty="0"/>
              <a:t>Next is the </a:t>
            </a:r>
            <a:r>
              <a:rPr lang="en-US" sz="1100" b="1" dirty="0"/>
              <a:t>Automation of Tasks</a:t>
            </a:r>
            <a:r>
              <a:rPr lang="en-US" sz="1100" dirty="0"/>
              <a:t>, where you implement the automation solutions that streamline these processes.</a:t>
            </a:r>
          </a:p>
          <a:p>
            <a:pPr marL="457200" lvl="0" indent="-330200" algn="l" rtl="0">
              <a:lnSpc>
                <a:spcPct val="100000"/>
              </a:lnSpc>
              <a:spcBef>
                <a:spcPts val="0"/>
              </a:spcBef>
              <a:spcAft>
                <a:spcPts val="0"/>
              </a:spcAft>
              <a:buSzPts val="1600"/>
              <a:buChar char="●"/>
            </a:pPr>
            <a:r>
              <a:rPr lang="en-US" sz="1100" dirty="0"/>
              <a:t>Integration plays a crucial role here—</a:t>
            </a:r>
            <a:r>
              <a:rPr lang="en-US" sz="1100" b="1" dirty="0"/>
              <a:t>Integrating Tools</a:t>
            </a:r>
            <a:r>
              <a:rPr lang="en-US" sz="1100" dirty="0"/>
              <a:t> allows you to connect various platforms and technologies, ensuring that your automated workflows are seamless.</a:t>
            </a:r>
          </a:p>
          <a:p>
            <a:pPr marL="457200" lvl="0" indent="-330200" algn="l" rtl="0">
              <a:lnSpc>
                <a:spcPct val="100000"/>
              </a:lnSpc>
              <a:spcBef>
                <a:spcPts val="0"/>
              </a:spcBef>
              <a:spcAft>
                <a:spcPts val="0"/>
              </a:spcAft>
              <a:buSzPts val="1600"/>
              <a:buChar char="●"/>
            </a:pPr>
            <a:r>
              <a:rPr lang="en-US" sz="1100" dirty="0"/>
              <a:t>Finally, it’s important to </a:t>
            </a:r>
            <a:r>
              <a:rPr lang="en-US" sz="1100" b="1" dirty="0"/>
              <a:t>Optimize Continuously</a:t>
            </a:r>
            <a:r>
              <a:rPr lang="en-US" sz="1100" dirty="0"/>
              <a:t>. Hyperautomation isn’t a one-time project; it’s an ongoing effort to refine and improve your processes as your organization evolves.</a:t>
            </a:r>
          </a:p>
          <a:p>
            <a:pPr marL="0" lvl="0" indent="0" algn="l" rtl="0">
              <a:lnSpc>
                <a:spcPct val="100000"/>
              </a:lnSpc>
              <a:spcBef>
                <a:spcPts val="0"/>
              </a:spcBef>
              <a:spcAft>
                <a:spcPts val="0"/>
              </a:spcAft>
              <a:buSzPts val="1400"/>
              <a:buNone/>
            </a:pPr>
            <a:endParaRPr lang="en-US" dirty="0"/>
          </a:p>
          <a:p>
            <a:r>
              <a:rPr lang="en-US" sz="1400" b="0" i="0" u="none" strike="noStrike" cap="none" dirty="0">
                <a:solidFill>
                  <a:schemeClr val="dk1"/>
                </a:solidFill>
                <a:effectLst/>
                <a:latin typeface="Calibri"/>
                <a:ea typeface="Calibri"/>
                <a:cs typeface="Calibri"/>
                <a:sym typeface="Calibri"/>
              </a:rPr>
              <a:t>We built Singularity Hyperautomation to connect and integrate all of your SOC tools in one place and help accelerate response to threats, so teams can work smarter, faster, and more efficiently.</a:t>
            </a:r>
          </a:p>
          <a:p>
            <a:r>
              <a:rPr lang="en-US" sz="1400" b="0" i="0" u="none" strike="noStrike" cap="none" dirty="0">
                <a:solidFill>
                  <a:schemeClr val="dk1"/>
                </a:solidFill>
                <a:effectLst/>
                <a:latin typeface="Calibri"/>
                <a:ea typeface="Calibri"/>
                <a:cs typeface="Calibri"/>
                <a:sym typeface="Calibri"/>
              </a:rPr>
              <a:t>Traditional security automation is inefficient and fragmented, often requiring manual intervention and rigid workflows. But with Hyperautomation, SentinelOne uses seamless cross-platform integration and a </a:t>
            </a:r>
            <a:r>
              <a:rPr lang="en-US" sz="1400" b="1" i="0" u="none" strike="noStrike" cap="none" dirty="0">
                <a:solidFill>
                  <a:schemeClr val="dk1"/>
                </a:solidFill>
                <a:effectLst/>
                <a:latin typeface="Calibri"/>
                <a:ea typeface="Calibri"/>
                <a:cs typeface="Calibri"/>
                <a:sym typeface="Calibri"/>
              </a:rPr>
              <a:t>no-code canvas </a:t>
            </a:r>
            <a:r>
              <a:rPr lang="en-US" sz="1400" b="0" i="0" u="none" strike="noStrike" cap="none" dirty="0">
                <a:solidFill>
                  <a:schemeClr val="dk1"/>
                </a:solidFill>
                <a:effectLst/>
                <a:latin typeface="Calibri"/>
                <a:ea typeface="Calibri"/>
                <a:cs typeface="Calibri"/>
                <a:sym typeface="Calibri"/>
              </a:rPr>
              <a:t>to optimize and accelerate security operations.</a:t>
            </a:r>
          </a:p>
          <a:p>
            <a:pPr marL="0" lvl="0" indent="0" algn="l" rtl="0">
              <a:lnSpc>
                <a:spcPct val="100000"/>
              </a:lnSpc>
              <a:spcBef>
                <a:spcPts val="0"/>
              </a:spcBef>
              <a:spcAft>
                <a:spcPts val="0"/>
              </a:spcAft>
              <a:buSzPts val="1400"/>
              <a:buNone/>
            </a:pPr>
            <a:endParaRPr lang="en-US" dirty="0"/>
          </a:p>
          <a:p>
            <a:pPr marL="0" lvl="0" indent="0" algn="l" rtl="0">
              <a:spcBef>
                <a:spcPts val="0"/>
              </a:spcBef>
              <a:spcAft>
                <a:spcPts val="0"/>
              </a:spcAft>
              <a:buNone/>
            </a:pPr>
            <a:endParaRPr dirty="0"/>
          </a:p>
        </p:txBody>
      </p:sp>
      <p:sp>
        <p:nvSpPr>
          <p:cNvPr id="1961" name="Google Shape;1961;p251: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p17: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158750" indent="0">
              <a:buNone/>
            </a:pPr>
            <a:r>
              <a:rPr lang="en-US" dirty="0"/>
              <a:t>A </a:t>
            </a:r>
            <a:r>
              <a:rPr lang="en-US" b="1" dirty="0"/>
              <a:t>workflow</a:t>
            </a:r>
            <a:r>
              <a:rPr lang="en-US" b="0" dirty="0"/>
              <a:t> defines one or more actions in a process you’d like to automate.</a:t>
            </a:r>
          </a:p>
          <a:p>
            <a:endParaRPr lang="en-US" dirty="0"/>
          </a:p>
          <a:p>
            <a:pPr marL="158750" indent="0">
              <a:buNone/>
            </a:pPr>
            <a:r>
              <a:rPr lang="en-US" dirty="0"/>
              <a:t>Hyperautomation templates in Singularity™ Hyperautomation are pre-built, expert-designed workflow blueprints that help organizations quickly automate common security and IT processes. These templates address frequent use cases—such as endpoint incident response, suspicious user activity, and cloud threat remediation—by providing ready-made sequences of triggers and actions that can be customized to fit specific needs. They are accessible directly within the Hyperautomation platform, allowing users to review, use, and adapt them as starting points for building their own automated workflows. This accelerates deployment, ensures best practices, and lowers the barrier to entry for teams looking to automate and scale their operations without writing code. </a:t>
            </a:r>
          </a:p>
          <a:p>
            <a:endParaRPr lang="en-US" dirty="0"/>
          </a:p>
          <a:p>
            <a:pPr marL="158750" indent="0">
              <a:buNone/>
            </a:pPr>
            <a:r>
              <a:rPr lang="en-US" dirty="0"/>
              <a:t>Selecting </a:t>
            </a:r>
            <a:r>
              <a:rPr lang="en-US" b="1" dirty="0"/>
              <a:t>Use this template</a:t>
            </a:r>
            <a:r>
              <a:rPr lang="en-US" b="0" dirty="0"/>
              <a:t> copies the logic into a customizable workflow.</a:t>
            </a:r>
          </a:p>
          <a:p>
            <a:pPr marL="158750" indent="0">
              <a:buNone/>
            </a:pPr>
            <a:endParaRPr lang="en-US" b="0" dirty="0"/>
          </a:p>
          <a:p>
            <a:pPr marL="158750" indent="0">
              <a:buNone/>
            </a:pPr>
            <a:r>
              <a:rPr lang="en-US" b="0" dirty="0"/>
              <a:t>Example: 5 new templates that leverage LLM actions in Hyperautomation.</a:t>
            </a:r>
            <a:endParaRPr lang="en-US" dirty="0"/>
          </a:p>
          <a:p>
            <a:pPr marL="0" lvl="0" indent="0" algn="l" rtl="0">
              <a:spcBef>
                <a:spcPts val="0"/>
              </a:spcBef>
              <a:spcAft>
                <a:spcPts val="0"/>
              </a:spcAft>
              <a:buNone/>
            </a:pPr>
            <a:endParaRPr dirty="0"/>
          </a:p>
        </p:txBody>
      </p:sp>
      <p:sp>
        <p:nvSpPr>
          <p:cNvPr id="1278" name="Google Shape;1278;p17: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p18: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Use Enrich Alert with </a:t>
            </a:r>
            <a:r>
              <a:rPr lang="en-US" sz="2626" b="0" i="0" u="none" strike="noStrike" cap="none" spc="0" dirty="0" err="1">
                <a:solidFill>
                  <a:schemeClr val="accent1"/>
                </a:solidFill>
                <a:latin typeface="Arial"/>
                <a:cs typeface="Arial"/>
                <a:sym typeface="Arial"/>
              </a:rPr>
              <a:t>VirusTotal</a:t>
            </a:r>
            <a:r>
              <a:rPr lang="en-US" sz="2626" b="0" i="0" u="none" strike="noStrike" cap="none" spc="0" dirty="0">
                <a:solidFill>
                  <a:schemeClr val="accent1"/>
                </a:solidFill>
                <a:latin typeface="Arial"/>
                <a:cs typeface="Arial"/>
                <a:sym typeface="Arial"/>
              </a:rPr>
              <a:t> as an example. Walk through basic logic, pointing out elements we’ll be speaking to:</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Always starts with a trigger. Note the conditions of the trigger.</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Different actions, linked together on the workflow Canvas</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Actions requiring configuration marked with an exclamation</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Variable</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Functions</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Conditional branching</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VT integration (we’ll look at this more closely in the Integrations section)</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Integration to write results to alert notes</a:t>
            </a:r>
          </a:p>
          <a:p>
            <a:pPr marL="0" lvl="0" indent="0" algn="l" rtl="0">
              <a:spcBef>
                <a:spcPts val="0"/>
              </a:spcBef>
              <a:spcAft>
                <a:spcPts val="0"/>
              </a:spcAft>
              <a:buNone/>
            </a:pPr>
            <a:endParaRPr sz="2626" b="0" i="0" u="none" strike="noStrike" cap="none" spc="0" dirty="0">
              <a:solidFill>
                <a:schemeClr val="accent1"/>
              </a:solidFill>
              <a:latin typeface="Arial"/>
              <a:cs typeface="Arial"/>
              <a:sym typeface="Arial"/>
            </a:endParaRPr>
          </a:p>
        </p:txBody>
      </p:sp>
      <p:sp>
        <p:nvSpPr>
          <p:cNvPr id="1284" name="Google Shape;1284;p18: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p19: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1100" b="0" i="1" u="none" strike="noStrike" cap="none" dirty="0">
                <a:solidFill>
                  <a:schemeClr val="dk1"/>
                </a:solidFill>
                <a:effectLst/>
                <a:latin typeface="Calibri"/>
                <a:ea typeface="Calibri"/>
                <a:cs typeface="Calibri"/>
                <a:sym typeface="Calibri"/>
              </a:rPr>
              <a:t>We’ll be looking more deeply at the Singularity Response Trigger logic in the Simple Workflow demo</a:t>
            </a:r>
          </a:p>
          <a:p>
            <a:pPr marL="0" lvl="0" indent="0" algn="l" rtl="0">
              <a:lnSpc>
                <a:spcPct val="115000"/>
              </a:lnSpc>
              <a:spcBef>
                <a:spcPts val="1400"/>
              </a:spcBef>
              <a:spcAft>
                <a:spcPts val="0"/>
              </a:spcAft>
              <a:buClr>
                <a:schemeClr val="dk1"/>
              </a:buClr>
              <a:buSzPts val="1100"/>
              <a:buFont typeface="Arial"/>
              <a:buNone/>
            </a:pPr>
            <a:endParaRPr lang="en-US" sz="1100" b="0" i="1" u="none" strike="noStrike" cap="none" dirty="0">
              <a:solidFill>
                <a:schemeClr val="dk1"/>
              </a:solidFill>
              <a:effectLst/>
              <a:latin typeface="Calibri"/>
              <a:ea typeface="Calibri"/>
              <a:cs typeface="Calibri"/>
              <a:sym typeface="Calibri"/>
            </a:endParaRPr>
          </a:p>
          <a:p>
            <a:pPr marL="0" lvl="0" indent="0" algn="l" rtl="0">
              <a:lnSpc>
                <a:spcPct val="115000"/>
              </a:lnSpc>
              <a:spcBef>
                <a:spcPts val="1400"/>
              </a:spcBef>
              <a:spcAft>
                <a:spcPts val="0"/>
              </a:spcAft>
              <a:buClr>
                <a:schemeClr val="dk1"/>
              </a:buClr>
              <a:buSzPts val="1100"/>
              <a:buFont typeface="Arial"/>
              <a:buNone/>
            </a:pPr>
            <a:r>
              <a:rPr lang="en-US" sz="1100" b="0" i="1" u="none" strike="noStrike" cap="none" dirty="0">
                <a:solidFill>
                  <a:schemeClr val="dk1"/>
                </a:solidFill>
                <a:effectLst/>
                <a:latin typeface="Calibri"/>
                <a:ea typeface="Calibri"/>
                <a:cs typeface="Calibri"/>
                <a:sym typeface="Calibri"/>
              </a:rPr>
              <a:t>Singularity Response Triggers fire off of:</a:t>
            </a:r>
          </a:p>
          <a:p>
            <a:pPr marL="0" lvl="0" indent="0" algn="l" rtl="0">
              <a:lnSpc>
                <a:spcPct val="115000"/>
              </a:lnSpc>
              <a:spcBef>
                <a:spcPts val="1400"/>
              </a:spcBef>
              <a:spcAft>
                <a:spcPts val="0"/>
              </a:spcAft>
              <a:buClr>
                <a:schemeClr val="dk1"/>
              </a:buClr>
              <a:buSzPts val="1100"/>
              <a:buFont typeface="Arial"/>
              <a:buNone/>
            </a:pPr>
            <a:r>
              <a:rPr lang="en-US" sz="1100" b="0" i="1" u="none" strike="noStrike" cap="none" dirty="0">
                <a:solidFill>
                  <a:schemeClr val="dk1"/>
                </a:solidFill>
                <a:effectLst/>
                <a:latin typeface="Calibri"/>
                <a:ea typeface="Calibri"/>
                <a:cs typeface="Calibri"/>
                <a:sym typeface="Calibri"/>
              </a:rPr>
              <a:t>    Alerts</a:t>
            </a:r>
          </a:p>
          <a:p>
            <a:pPr marL="0" lvl="0" indent="0" algn="l" rtl="0">
              <a:lnSpc>
                <a:spcPct val="115000"/>
              </a:lnSpc>
              <a:spcBef>
                <a:spcPts val="1400"/>
              </a:spcBef>
              <a:spcAft>
                <a:spcPts val="0"/>
              </a:spcAft>
              <a:buClr>
                <a:schemeClr val="dk1"/>
              </a:buClr>
              <a:buSzPts val="1100"/>
              <a:buFont typeface="Arial"/>
              <a:buNone/>
            </a:pPr>
            <a:r>
              <a:rPr lang="en-US" sz="1100" b="0" i="1" u="none" strike="noStrike" cap="none" dirty="0">
                <a:solidFill>
                  <a:schemeClr val="dk1"/>
                </a:solidFill>
                <a:effectLst/>
                <a:latin typeface="Calibri"/>
                <a:ea typeface="Calibri"/>
                <a:cs typeface="Calibri"/>
                <a:sym typeface="Calibri"/>
              </a:rPr>
              <a:t>   Misconfigurations</a:t>
            </a:r>
          </a:p>
          <a:p>
            <a:pPr marL="0" lvl="0" indent="0" algn="l" rtl="0">
              <a:lnSpc>
                <a:spcPct val="115000"/>
              </a:lnSpc>
              <a:spcBef>
                <a:spcPts val="1400"/>
              </a:spcBef>
              <a:spcAft>
                <a:spcPts val="0"/>
              </a:spcAft>
              <a:buClr>
                <a:schemeClr val="dk1"/>
              </a:buClr>
              <a:buSzPts val="1100"/>
              <a:buFont typeface="Arial"/>
              <a:buNone/>
            </a:pPr>
            <a:r>
              <a:rPr lang="en-US" sz="1100" b="0" i="1" u="none" strike="noStrike" cap="none" dirty="0">
                <a:solidFill>
                  <a:schemeClr val="dk1"/>
                </a:solidFill>
                <a:effectLst/>
                <a:latin typeface="Calibri"/>
                <a:ea typeface="Calibri"/>
                <a:cs typeface="Calibri"/>
                <a:sym typeface="Calibri"/>
              </a:rPr>
              <a:t>   Vulnerabilities</a:t>
            </a:r>
          </a:p>
          <a:p>
            <a:pPr marL="0" lvl="0" indent="0" algn="l" rtl="0">
              <a:lnSpc>
                <a:spcPct val="115000"/>
              </a:lnSpc>
              <a:spcBef>
                <a:spcPts val="1400"/>
              </a:spcBef>
              <a:spcAft>
                <a:spcPts val="0"/>
              </a:spcAft>
              <a:buClr>
                <a:schemeClr val="dk1"/>
              </a:buClr>
              <a:buSzPts val="1100"/>
              <a:buFont typeface="Arial"/>
              <a:buNone/>
            </a:pPr>
            <a:r>
              <a:rPr lang="en-US" sz="1100" b="0" i="1" u="none" strike="noStrike" cap="none" dirty="0">
                <a:solidFill>
                  <a:schemeClr val="dk1"/>
                </a:solidFill>
                <a:effectLst/>
                <a:latin typeface="Calibri"/>
                <a:ea typeface="Calibri"/>
                <a:cs typeface="Calibri"/>
                <a:sym typeface="Calibri"/>
              </a:rPr>
              <a:t>   Activity (Activity log events)</a:t>
            </a:r>
          </a:p>
          <a:p>
            <a:pPr marL="0" lvl="0" indent="0" algn="l" rtl="0">
              <a:lnSpc>
                <a:spcPct val="115000"/>
              </a:lnSpc>
              <a:spcBef>
                <a:spcPts val="1400"/>
              </a:spcBef>
              <a:spcAft>
                <a:spcPts val="0"/>
              </a:spcAft>
              <a:buClr>
                <a:schemeClr val="dk1"/>
              </a:buClr>
              <a:buSzPts val="1100"/>
              <a:buFont typeface="Arial"/>
              <a:buNone/>
            </a:pPr>
            <a:endParaRPr lang="en-US" sz="1100" b="0" i="0" u="none" strike="noStrike" cap="none" dirty="0">
              <a:solidFill>
                <a:schemeClr val="dk1"/>
              </a:solidFill>
              <a:effectLst/>
              <a:latin typeface="Calibri"/>
              <a:ea typeface="Calibri"/>
              <a:cs typeface="Calibri"/>
              <a:sym typeface="Calibri"/>
            </a:endParaRPr>
          </a:p>
          <a:p>
            <a:pPr marL="0" lvl="0" indent="0" algn="l" rtl="0">
              <a:lnSpc>
                <a:spcPct val="115000"/>
              </a:lnSpc>
              <a:spcBef>
                <a:spcPts val="1400"/>
              </a:spcBef>
              <a:spcAft>
                <a:spcPts val="0"/>
              </a:spcAft>
              <a:buClr>
                <a:schemeClr val="dk1"/>
              </a:buClr>
              <a:buSzPts val="1100"/>
              <a:buFont typeface="Arial"/>
              <a:buNone/>
            </a:pPr>
            <a:r>
              <a:rPr lang="en-US" sz="1100" b="0" i="0" u="none" strike="noStrike" cap="none" dirty="0">
                <a:solidFill>
                  <a:schemeClr val="dk1"/>
                </a:solidFill>
                <a:effectLst/>
                <a:latin typeface="Calibri"/>
                <a:ea typeface="Calibri"/>
                <a:cs typeface="Calibri"/>
                <a:sym typeface="Calibri"/>
              </a:rPr>
              <a:t>Note that the Singularity Response Trigger can be configurated to </a:t>
            </a:r>
            <a:r>
              <a:rPr lang="en-US" sz="1100" b="1" i="0" u="none" strike="noStrike" cap="none" dirty="0">
                <a:solidFill>
                  <a:schemeClr val="dk1"/>
                </a:solidFill>
                <a:effectLst/>
                <a:latin typeface="Calibri"/>
                <a:ea typeface="Calibri"/>
                <a:cs typeface="Calibri"/>
                <a:sym typeface="Calibri"/>
              </a:rPr>
              <a:t>Run Automatically</a:t>
            </a:r>
            <a:r>
              <a:rPr lang="en-US" sz="1100" b="0" i="0" u="none" strike="noStrike" cap="none" dirty="0">
                <a:solidFill>
                  <a:schemeClr val="dk1"/>
                </a:solidFill>
                <a:effectLst/>
                <a:latin typeface="Calibri"/>
                <a:ea typeface="Calibri"/>
                <a:cs typeface="Calibri"/>
                <a:sym typeface="Calibri"/>
              </a:rPr>
              <a:t> or </a:t>
            </a:r>
            <a:r>
              <a:rPr lang="en-US" sz="1100" b="1" i="0" u="none" strike="noStrike" cap="none" dirty="0">
                <a:solidFill>
                  <a:schemeClr val="dk1"/>
                </a:solidFill>
                <a:effectLst/>
                <a:latin typeface="Calibri"/>
                <a:ea typeface="Calibri"/>
                <a:cs typeface="Calibri"/>
                <a:sym typeface="Calibri"/>
              </a:rPr>
              <a:t>Run on Demand </a:t>
            </a:r>
            <a:r>
              <a:rPr lang="en-US" sz="1100" b="0" i="0" u="none" strike="noStrike" cap="none" dirty="0">
                <a:solidFill>
                  <a:schemeClr val="dk1"/>
                </a:solidFill>
                <a:effectLst/>
                <a:latin typeface="Calibri"/>
                <a:ea typeface="Calibri"/>
                <a:cs typeface="Calibri"/>
                <a:sym typeface="Calibri"/>
              </a:rPr>
              <a:t>(we’ll see that on the next slide, as part of the analyst’s workflow). Also note that you’re not configuring an integration for viewing the exposures related to the Singularity Response Trigger. Instead, the workflow has access to the exposures within the scope of the workflow. Other actions using S1 APIs require a specific integration and connection.</a:t>
            </a:r>
          </a:p>
          <a:p>
            <a:pPr marL="0" lvl="0" indent="0" algn="l" rtl="0">
              <a:lnSpc>
                <a:spcPct val="115000"/>
              </a:lnSpc>
              <a:spcBef>
                <a:spcPts val="1400"/>
              </a:spcBef>
              <a:spcAft>
                <a:spcPts val="0"/>
              </a:spcAft>
              <a:buClr>
                <a:schemeClr val="dk1"/>
              </a:buClr>
              <a:buSzPts val="1100"/>
              <a:buFont typeface="Arial"/>
              <a:buNone/>
            </a:pPr>
            <a:endParaRPr lang="en-US" sz="1100" b="0" i="0" u="none" strike="noStrike" cap="none" dirty="0">
              <a:solidFill>
                <a:schemeClr val="dk1"/>
              </a:solidFill>
              <a:effectLst/>
              <a:latin typeface="Calibri"/>
              <a:ea typeface="Calibri"/>
              <a:cs typeface="Calibri"/>
              <a:sym typeface="Calibri"/>
            </a:endParaRPr>
          </a:p>
          <a:p>
            <a:pPr marL="0" lvl="0" indent="0" algn="l" rtl="0">
              <a:lnSpc>
                <a:spcPct val="115000"/>
              </a:lnSpc>
              <a:spcBef>
                <a:spcPts val="1400"/>
              </a:spcBef>
              <a:spcAft>
                <a:spcPts val="0"/>
              </a:spcAft>
              <a:buClr>
                <a:schemeClr val="dk1"/>
              </a:buClr>
              <a:buSzPts val="1100"/>
              <a:buFont typeface="Arial"/>
              <a:buNone/>
            </a:pPr>
            <a:r>
              <a:rPr lang="en-US" sz="1100" b="0" i="0" u="none" strike="noStrike" cap="none" dirty="0">
                <a:solidFill>
                  <a:schemeClr val="dk1"/>
                </a:solidFill>
                <a:effectLst/>
                <a:latin typeface="Calibri"/>
                <a:ea typeface="Calibri"/>
                <a:cs typeface="Calibri"/>
                <a:sym typeface="Calibri"/>
              </a:rPr>
              <a:t>We can design workflows to run automatically or be run on demand, based on real-time event </a:t>
            </a:r>
            <a:r>
              <a:rPr lang="en-US" sz="1100" b="0" i="1" u="none" strike="noStrike" cap="none" dirty="0">
                <a:solidFill>
                  <a:schemeClr val="dk1"/>
                </a:solidFill>
                <a:effectLst/>
                <a:latin typeface="Calibri"/>
                <a:ea typeface="Calibri"/>
                <a:cs typeface="Calibri"/>
                <a:sym typeface="Calibri"/>
              </a:rPr>
              <a:t>triggers</a:t>
            </a:r>
            <a:r>
              <a:rPr lang="en-US" sz="1100" b="0" i="0" u="none" strike="noStrike" cap="none" dirty="0">
                <a:solidFill>
                  <a:schemeClr val="dk1"/>
                </a:solidFill>
                <a:effectLst/>
                <a:latin typeface="Calibri"/>
                <a:ea typeface="Calibri"/>
                <a:cs typeface="Calibri"/>
                <a:sym typeface="Calibri"/>
              </a:rPr>
              <a:t>. These triggers are flexible to suit your needs, and can respond to SentinelOne alerts and exposures, integrate with third-party tools via webhooks, process incoming emails, run on predefined schedules, or be initiated manually for immediate action.</a:t>
            </a:r>
          </a:p>
          <a:p>
            <a:pPr marL="0" lvl="0" indent="0" algn="l" rtl="0">
              <a:lnSpc>
                <a:spcPct val="115000"/>
              </a:lnSpc>
              <a:spcBef>
                <a:spcPts val="1400"/>
              </a:spcBef>
              <a:spcAft>
                <a:spcPts val="0"/>
              </a:spcAft>
              <a:buClr>
                <a:schemeClr val="dk1"/>
              </a:buClr>
              <a:buSzPts val="1100"/>
              <a:buFont typeface="Arial"/>
              <a:buNone/>
            </a:pPr>
            <a:endParaRPr lang="en-US" sz="900" b="1" dirty="0">
              <a:latin typeface="Arial"/>
              <a:ea typeface="Arial"/>
              <a:cs typeface="Arial"/>
              <a:sym typeface="Arial"/>
            </a:endParaRPr>
          </a:p>
          <a:p>
            <a:pPr marL="0" lvl="0" indent="0" algn="l" rtl="0">
              <a:lnSpc>
                <a:spcPct val="115000"/>
              </a:lnSpc>
              <a:spcBef>
                <a:spcPts val="1400"/>
              </a:spcBef>
              <a:spcAft>
                <a:spcPts val="0"/>
              </a:spcAft>
              <a:buClr>
                <a:schemeClr val="dk1"/>
              </a:buClr>
              <a:buSzPts val="1100"/>
              <a:buFont typeface="Arial"/>
              <a:buNone/>
            </a:pPr>
            <a:r>
              <a:rPr lang="en-US" sz="900" b="1" dirty="0">
                <a:latin typeface="Arial"/>
                <a:ea typeface="Arial"/>
                <a:cs typeface="Arial"/>
                <a:sym typeface="Arial"/>
              </a:rPr>
              <a:t>Workflow Triggers</a:t>
            </a:r>
          </a:p>
          <a:p>
            <a:pPr marL="0" lvl="0" indent="0" algn="l" rtl="0">
              <a:lnSpc>
                <a:spcPct val="115000"/>
              </a:lnSpc>
              <a:spcBef>
                <a:spcPts val="1200"/>
              </a:spcBef>
              <a:spcAft>
                <a:spcPts val="0"/>
              </a:spcAft>
              <a:buClr>
                <a:schemeClr val="dk1"/>
              </a:buClr>
              <a:buSzPts val="1100"/>
              <a:buFont typeface="Arial"/>
              <a:buNone/>
            </a:pPr>
            <a:r>
              <a:rPr lang="en-US" sz="900" b="1" dirty="0">
                <a:latin typeface="Arial"/>
                <a:ea typeface="Arial"/>
                <a:cs typeface="Arial"/>
                <a:sym typeface="Arial"/>
              </a:rPr>
              <a:t>Workflows can be set into motion with a variety of trigger options, ensuring they activate exactly when and how you need them.</a:t>
            </a:r>
          </a:p>
          <a:p>
            <a:pPr marL="0" lvl="0" indent="0" algn="l" rtl="0">
              <a:lnSpc>
                <a:spcPct val="115000"/>
              </a:lnSpc>
              <a:spcBef>
                <a:spcPts val="1200"/>
              </a:spcBef>
              <a:spcAft>
                <a:spcPts val="0"/>
              </a:spcAft>
              <a:buClr>
                <a:schemeClr val="dk1"/>
              </a:buClr>
              <a:buSzPts val="1100"/>
              <a:buFont typeface="Arial"/>
              <a:buNone/>
            </a:pPr>
            <a:r>
              <a:rPr lang="en-US" sz="900" b="1" dirty="0">
                <a:latin typeface="Arial"/>
                <a:ea typeface="Arial"/>
                <a:cs typeface="Arial"/>
                <a:sym typeface="Arial"/>
              </a:rPr>
              <a:t>Respond to Alerts and Exposures from the platform</a:t>
            </a:r>
            <a:br>
              <a:rPr lang="en-US" sz="900" b="1" dirty="0">
                <a:latin typeface="Arial"/>
                <a:ea typeface="Arial"/>
                <a:cs typeface="Arial"/>
                <a:sym typeface="Arial"/>
              </a:rPr>
            </a:br>
            <a:r>
              <a:rPr lang="en-US" sz="900" dirty="0">
                <a:latin typeface="Arial"/>
                <a:ea typeface="Arial"/>
                <a:cs typeface="Arial"/>
                <a:sym typeface="Arial"/>
              </a:rPr>
              <a:t>Workflows can run automatically in response to SentinelOne Alerts and Exposures. Define specific attributes and conditions to trigger workflows, enabling immediate responses to security incidents.</a:t>
            </a:r>
          </a:p>
          <a:p>
            <a:pPr marL="0" lvl="0" indent="0" algn="l" rtl="0">
              <a:lnSpc>
                <a:spcPct val="115000"/>
              </a:lnSpc>
              <a:spcBef>
                <a:spcPts val="1200"/>
              </a:spcBef>
              <a:spcAft>
                <a:spcPts val="0"/>
              </a:spcAft>
              <a:buClr>
                <a:schemeClr val="dk1"/>
              </a:buClr>
              <a:buSzPts val="1100"/>
              <a:buFont typeface="Arial"/>
              <a:buNone/>
            </a:pPr>
            <a:r>
              <a:rPr lang="en-US" sz="900" b="1" dirty="0">
                <a:latin typeface="Arial"/>
                <a:ea typeface="Arial"/>
                <a:cs typeface="Arial"/>
                <a:sym typeface="Arial"/>
              </a:rPr>
              <a:t>Start workflows via Webhooks from 3rd-party tools</a:t>
            </a:r>
            <a:br>
              <a:rPr lang="en-US" sz="900" b="1" dirty="0">
                <a:latin typeface="Arial"/>
                <a:ea typeface="Arial"/>
                <a:cs typeface="Arial"/>
                <a:sym typeface="Arial"/>
              </a:rPr>
            </a:br>
            <a:r>
              <a:rPr lang="en-US" sz="900" dirty="0">
                <a:latin typeface="Arial"/>
                <a:ea typeface="Arial"/>
                <a:cs typeface="Arial"/>
                <a:sym typeface="Arial"/>
              </a:rPr>
              <a:t>Webhooks allow integration with external systems. For example, workflows can be triggered by events from tools like Slack, Jira, or other platforms that send webhook notifications.</a:t>
            </a:r>
          </a:p>
          <a:p>
            <a:pPr marL="0" lvl="0" indent="0" algn="l" rtl="0">
              <a:lnSpc>
                <a:spcPct val="115000"/>
              </a:lnSpc>
              <a:spcBef>
                <a:spcPts val="1200"/>
              </a:spcBef>
              <a:spcAft>
                <a:spcPts val="0"/>
              </a:spcAft>
              <a:buClr>
                <a:schemeClr val="dk1"/>
              </a:buClr>
              <a:buSzPts val="1100"/>
              <a:buFont typeface="Arial"/>
              <a:buNone/>
            </a:pPr>
            <a:r>
              <a:rPr lang="en-US" sz="900" b="1" dirty="0">
                <a:latin typeface="Arial"/>
                <a:ea typeface="Arial"/>
                <a:cs typeface="Arial"/>
                <a:sym typeface="Arial"/>
              </a:rPr>
              <a:t>Trigger actions with Emails for automated responses</a:t>
            </a:r>
            <a:br>
              <a:rPr lang="en-US" sz="900" b="1" dirty="0">
                <a:latin typeface="Arial"/>
                <a:ea typeface="Arial"/>
                <a:cs typeface="Arial"/>
                <a:sym typeface="Arial"/>
              </a:rPr>
            </a:br>
            <a:r>
              <a:rPr lang="en-US" sz="900" dirty="0">
                <a:latin typeface="Arial"/>
                <a:ea typeface="Arial"/>
                <a:cs typeface="Arial"/>
                <a:sym typeface="Arial"/>
              </a:rPr>
              <a:t>Emails can act as triggers for workflows in response to new messages. Use this to analyze suspicious email content, such as extracting potentially malicious URLs or sending attachments for sandbox analysis.</a:t>
            </a:r>
          </a:p>
          <a:p>
            <a:pPr marL="0" lvl="0" indent="0" algn="l" rtl="0">
              <a:lnSpc>
                <a:spcPct val="115000"/>
              </a:lnSpc>
              <a:spcBef>
                <a:spcPts val="1200"/>
              </a:spcBef>
              <a:spcAft>
                <a:spcPts val="0"/>
              </a:spcAft>
              <a:buClr>
                <a:schemeClr val="dk1"/>
              </a:buClr>
              <a:buSzPts val="1100"/>
              <a:buFont typeface="Arial"/>
              <a:buNone/>
            </a:pPr>
            <a:r>
              <a:rPr lang="en-US" sz="900" b="1" dirty="0">
                <a:latin typeface="Arial"/>
                <a:ea typeface="Arial"/>
                <a:cs typeface="Arial"/>
                <a:sym typeface="Arial"/>
              </a:rPr>
              <a:t>Automate tasks using Schedules</a:t>
            </a:r>
            <a:br>
              <a:rPr lang="en-US" sz="900" b="1" dirty="0">
                <a:latin typeface="Arial"/>
                <a:ea typeface="Arial"/>
                <a:cs typeface="Arial"/>
                <a:sym typeface="Arial"/>
              </a:rPr>
            </a:br>
            <a:r>
              <a:rPr lang="en-US" sz="900" dirty="0">
                <a:latin typeface="Arial"/>
                <a:ea typeface="Arial"/>
                <a:cs typeface="Arial"/>
                <a:sym typeface="Arial"/>
              </a:rPr>
              <a:t>Scheduled triggers ensure workflows run at predefined times, making them ideal for automating recurring tasks like generating reports or performing regular system checks.</a:t>
            </a:r>
          </a:p>
          <a:p>
            <a:pPr marL="0" lvl="0" indent="0" algn="l" rtl="0">
              <a:lnSpc>
                <a:spcPct val="115000"/>
              </a:lnSpc>
              <a:spcBef>
                <a:spcPts val="1200"/>
              </a:spcBef>
              <a:spcAft>
                <a:spcPts val="1200"/>
              </a:spcAft>
              <a:buClr>
                <a:schemeClr val="dk1"/>
              </a:buClr>
              <a:buSzPts val="1100"/>
              <a:buFont typeface="Arial"/>
              <a:buNone/>
            </a:pPr>
            <a:r>
              <a:rPr lang="en-US" sz="900" b="1" dirty="0">
                <a:latin typeface="Arial"/>
                <a:ea typeface="Arial"/>
                <a:cs typeface="Arial"/>
                <a:sym typeface="Arial"/>
              </a:rPr>
              <a:t>Use Manual triggers for on-demand workflows</a:t>
            </a:r>
            <a:br>
              <a:rPr lang="en-US" sz="900" b="1" dirty="0">
                <a:latin typeface="Arial"/>
                <a:ea typeface="Arial"/>
                <a:cs typeface="Arial"/>
                <a:sym typeface="Arial"/>
              </a:rPr>
            </a:br>
            <a:r>
              <a:rPr lang="en-US" sz="900" dirty="0">
                <a:latin typeface="Arial"/>
                <a:ea typeface="Arial"/>
                <a:cs typeface="Arial"/>
                <a:sym typeface="Arial"/>
              </a:rPr>
              <a:t>Manual triggers provide flexibility for tasks initiated by users. These are useful for processes such as onboarding/offboarding or enriching threat intelligence as needed.</a:t>
            </a:r>
          </a:p>
          <a:p>
            <a:pPr marL="0" lvl="0" indent="0" algn="l" rtl="0">
              <a:lnSpc>
                <a:spcPct val="115000"/>
              </a:lnSpc>
              <a:spcBef>
                <a:spcPts val="1200"/>
              </a:spcBef>
              <a:spcAft>
                <a:spcPts val="1200"/>
              </a:spcAft>
              <a:buClr>
                <a:schemeClr val="dk1"/>
              </a:buClr>
              <a:buSzPts val="1100"/>
              <a:buFont typeface="Arial"/>
              <a:buNone/>
            </a:pPr>
            <a:endParaRPr lang="en-US" sz="900" dirty="0">
              <a:latin typeface="Arial"/>
              <a:cs typeface="Arial"/>
              <a:sym typeface="Arial"/>
            </a:endParaRPr>
          </a:p>
          <a:p>
            <a:pPr marL="0" lvl="0" indent="0" algn="l" rtl="0">
              <a:lnSpc>
                <a:spcPct val="115000"/>
              </a:lnSpc>
              <a:spcBef>
                <a:spcPts val="1200"/>
              </a:spcBef>
              <a:spcAft>
                <a:spcPts val="1200"/>
              </a:spcAft>
              <a:buClr>
                <a:schemeClr val="dk1"/>
              </a:buClr>
              <a:buSzPts val="1100"/>
              <a:buFont typeface="Arial"/>
              <a:buNone/>
            </a:pPr>
            <a:endParaRPr lang="en-US" dirty="0"/>
          </a:p>
          <a:p>
            <a:pPr marL="0" lvl="0" indent="0" algn="l" rtl="0">
              <a:spcBef>
                <a:spcPts val="0"/>
              </a:spcBef>
              <a:spcAft>
                <a:spcPts val="0"/>
              </a:spcAft>
              <a:buNone/>
            </a:pPr>
            <a:endParaRPr dirty="0"/>
          </a:p>
        </p:txBody>
      </p:sp>
      <p:sp>
        <p:nvSpPr>
          <p:cNvPr id="1291" name="Google Shape;1291;p19: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p20: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Triage section of Ops Center includes</a:t>
            </a:r>
          </a:p>
          <a:p>
            <a:pPr marL="0" lvl="0" indent="0" algn="l" rtl="0">
              <a:spcBef>
                <a:spcPts val="0"/>
              </a:spcBef>
              <a:spcAft>
                <a:spcPts val="0"/>
              </a:spcAft>
              <a:buNone/>
            </a:pPr>
            <a:endParaRPr lang="en-US" sz="2626" b="0" i="0" u="none" strike="noStrike" cap="none" spc="0" dirty="0">
              <a:solidFill>
                <a:schemeClr val="accent1"/>
              </a:solidFill>
              <a:latin typeface="Arial"/>
              <a:cs typeface="Arial"/>
              <a:sym typeface="Arial"/>
            </a:endParaRP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Alerts</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Misconfigurations</a:t>
            </a: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Vulnerabilities</a:t>
            </a:r>
          </a:p>
          <a:p>
            <a:pPr marL="0" lvl="0" indent="0" algn="l" rtl="0">
              <a:spcBef>
                <a:spcPts val="0"/>
              </a:spcBef>
              <a:spcAft>
                <a:spcPts val="0"/>
              </a:spcAft>
              <a:buNone/>
            </a:pPr>
            <a:endParaRPr lang="en-US" sz="2626" b="0" i="0" u="none" strike="noStrike" cap="none" spc="0" dirty="0">
              <a:solidFill>
                <a:schemeClr val="accent1"/>
              </a:solidFill>
              <a:latin typeface="Arial"/>
              <a:cs typeface="Arial"/>
              <a:sym typeface="Arial"/>
            </a:endParaRPr>
          </a:p>
          <a:p>
            <a:pPr marL="0" lvl="0" indent="0" algn="l" rtl="0">
              <a:spcBef>
                <a:spcPts val="0"/>
              </a:spcBef>
              <a:spcAft>
                <a:spcPts val="0"/>
              </a:spcAft>
              <a:buNone/>
            </a:pPr>
            <a:r>
              <a:rPr lang="en-US" sz="2626" b="0" i="0" u="none" strike="noStrike" cap="none" spc="0" dirty="0">
                <a:solidFill>
                  <a:schemeClr val="accent1"/>
                </a:solidFill>
                <a:latin typeface="Arial"/>
                <a:cs typeface="Arial"/>
                <a:sym typeface="Arial"/>
              </a:rPr>
              <a:t>Only workflows that are set up with a trigger type that can be initiated from an Alert—such as a "Manual Trigger" or a trigger explicitly designed to respond to alert events—will appear as options to run.</a:t>
            </a:r>
          </a:p>
          <a:p>
            <a:pPr marL="0" lvl="0" indent="0" algn="l" rtl="0">
              <a:spcBef>
                <a:spcPts val="0"/>
              </a:spcBef>
              <a:spcAft>
                <a:spcPts val="0"/>
              </a:spcAft>
              <a:buNone/>
            </a:pPr>
            <a:endParaRPr sz="2626" b="0" i="0" u="none" strike="noStrike" cap="none" spc="0" dirty="0">
              <a:solidFill>
                <a:schemeClr val="accent1"/>
              </a:solidFill>
              <a:latin typeface="Arial"/>
              <a:cs typeface="Arial"/>
              <a:sym typeface="Arial"/>
            </a:endParaRPr>
          </a:p>
        </p:txBody>
      </p:sp>
      <p:sp>
        <p:nvSpPr>
          <p:cNvPr id="1298" name="Google Shape;1298;p20: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2"/>
        <p:cNvGrpSpPr/>
        <p:nvPr/>
      </p:nvGrpSpPr>
      <p:grpSpPr>
        <a:xfrm>
          <a:off x="0" y="0"/>
          <a:ext cx="0" cy="0"/>
          <a:chOff x="0" y="0"/>
          <a:chExt cx="0" cy="0"/>
        </a:xfrm>
      </p:grpSpPr>
      <p:sp>
        <p:nvSpPr>
          <p:cNvPr id="1303" name="Google Shape;1303;p21: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SzPts val="1100"/>
              <a:buNone/>
            </a:pPr>
            <a:r>
              <a:rPr lang="en-US" i="1" dirty="0">
                <a:latin typeface="Arial"/>
                <a:ea typeface="Arial"/>
                <a:cs typeface="Arial"/>
                <a:sym typeface="Arial"/>
              </a:rPr>
              <a:t>At the simplest level, a workflow is a trigger and one or more actions.</a:t>
            </a:r>
          </a:p>
          <a:p>
            <a:pPr marL="0" lvl="0" indent="0" algn="l" rtl="0">
              <a:lnSpc>
                <a:spcPct val="115000"/>
              </a:lnSpc>
              <a:spcBef>
                <a:spcPts val="1200"/>
              </a:spcBef>
              <a:spcAft>
                <a:spcPts val="0"/>
              </a:spcAft>
              <a:buSzPts val="1100"/>
              <a:buNone/>
            </a:pPr>
            <a:endParaRPr lang="en-US" i="1" dirty="0">
              <a:latin typeface="Arial"/>
              <a:ea typeface="Arial"/>
              <a:cs typeface="Arial"/>
              <a:sym typeface="Arial"/>
            </a:endParaRPr>
          </a:p>
          <a:p>
            <a:pPr marL="0" lvl="0" indent="0" algn="l" rtl="0">
              <a:lnSpc>
                <a:spcPct val="115000"/>
              </a:lnSpc>
              <a:spcBef>
                <a:spcPts val="1200"/>
              </a:spcBef>
              <a:spcAft>
                <a:spcPts val="0"/>
              </a:spcAft>
              <a:buSzPts val="1100"/>
              <a:buNone/>
            </a:pPr>
            <a:r>
              <a:rPr lang="en-US" i="1" dirty="0">
                <a:latin typeface="Arial"/>
                <a:ea typeface="Arial"/>
                <a:cs typeface="Arial"/>
                <a:sym typeface="Arial"/>
              </a:rPr>
              <a:t>Provide an overview of each type of core action. We’ll look at variables in more detail coming up.</a:t>
            </a:r>
          </a:p>
          <a:p>
            <a:pPr marL="0" lvl="0" indent="0" algn="l" rtl="0">
              <a:lnSpc>
                <a:spcPct val="115000"/>
              </a:lnSpc>
              <a:spcBef>
                <a:spcPts val="1200"/>
              </a:spcBef>
              <a:spcAft>
                <a:spcPts val="0"/>
              </a:spcAft>
              <a:buSzPts val="1100"/>
              <a:buNone/>
            </a:pPr>
            <a:endParaRPr lang="en-US" i="1" dirty="0">
              <a:latin typeface="Arial"/>
              <a:ea typeface="Arial"/>
              <a:cs typeface="Arial"/>
              <a:sym typeface="Arial"/>
            </a:endParaRPr>
          </a:p>
          <a:p>
            <a:pPr marL="0" lvl="0" indent="0" algn="l" rtl="0">
              <a:lnSpc>
                <a:spcPct val="115000"/>
              </a:lnSpc>
              <a:spcBef>
                <a:spcPts val="1200"/>
              </a:spcBef>
              <a:spcAft>
                <a:spcPts val="0"/>
              </a:spcAft>
              <a:buSzPts val="1100"/>
              <a:buNone/>
            </a:pPr>
            <a:r>
              <a:rPr lang="en-US" i="1" dirty="0">
                <a:latin typeface="Arial"/>
                <a:ea typeface="Arial"/>
                <a:cs typeface="Arial"/>
                <a:sym typeface="Arial"/>
              </a:rPr>
              <a:t>Delay example: you may run a </a:t>
            </a:r>
            <a:r>
              <a:rPr lang="en-US" i="1" dirty="0" err="1">
                <a:latin typeface="Arial"/>
                <a:ea typeface="Arial"/>
                <a:cs typeface="Arial"/>
                <a:sym typeface="Arial"/>
              </a:rPr>
              <a:t>PowerQuery</a:t>
            </a:r>
            <a:r>
              <a:rPr lang="en-US" i="1" dirty="0">
                <a:latin typeface="Arial"/>
                <a:ea typeface="Arial"/>
                <a:cs typeface="Arial"/>
                <a:sym typeface="Arial"/>
              </a:rPr>
              <a:t> as part of automated threat hunting. If it’s long running, you can periodically check the status via query ID and continue when it is “finished”</a:t>
            </a:r>
          </a:p>
          <a:p>
            <a:pPr marL="0" lvl="0" indent="0" algn="l" rtl="0">
              <a:lnSpc>
                <a:spcPct val="115000"/>
              </a:lnSpc>
              <a:spcBef>
                <a:spcPts val="1200"/>
              </a:spcBef>
              <a:spcAft>
                <a:spcPts val="0"/>
              </a:spcAft>
              <a:buSzPts val="1100"/>
              <a:buNone/>
            </a:pPr>
            <a:endParaRPr lang="en-US" i="1" dirty="0">
              <a:latin typeface="Arial"/>
              <a:ea typeface="Arial"/>
              <a:cs typeface="Arial"/>
              <a:sym typeface="Arial"/>
            </a:endParaRPr>
          </a:p>
          <a:p>
            <a:pPr marL="0" lvl="0" indent="0" algn="l" rtl="0">
              <a:lnSpc>
                <a:spcPct val="115000"/>
              </a:lnSpc>
              <a:spcBef>
                <a:spcPts val="1200"/>
              </a:spcBef>
              <a:spcAft>
                <a:spcPts val="0"/>
              </a:spcAft>
              <a:buSzPts val="1100"/>
              <a:buNone/>
            </a:pPr>
            <a:r>
              <a:rPr lang="en-US" i="1" dirty="0">
                <a:latin typeface="Arial"/>
                <a:ea typeface="Arial"/>
                <a:cs typeface="Arial"/>
                <a:sym typeface="Arial"/>
              </a:rPr>
              <a:t>Loop example: pagination, collect forensic details from a list of endpoints identified in a threat, use network control to block each IP associated with an IoC, etc.</a:t>
            </a:r>
          </a:p>
          <a:p>
            <a:pPr marL="0" lvl="0" indent="0" algn="l" rtl="0">
              <a:lnSpc>
                <a:spcPct val="115000"/>
              </a:lnSpc>
              <a:spcBef>
                <a:spcPts val="1200"/>
              </a:spcBef>
              <a:spcAft>
                <a:spcPts val="0"/>
              </a:spcAft>
              <a:buSzPts val="1100"/>
              <a:buNone/>
            </a:pPr>
            <a:endParaRPr lang="en-US" i="1" dirty="0">
              <a:latin typeface="Arial"/>
              <a:ea typeface="Arial"/>
              <a:cs typeface="Arial"/>
              <a:sym typeface="Arial"/>
            </a:endParaRPr>
          </a:p>
          <a:p>
            <a:pPr marL="0" lvl="0" indent="0" algn="l" rtl="0">
              <a:lnSpc>
                <a:spcPct val="115000"/>
              </a:lnSpc>
              <a:spcBef>
                <a:spcPts val="1200"/>
              </a:spcBef>
              <a:spcAft>
                <a:spcPts val="0"/>
              </a:spcAft>
              <a:buSzPts val="1100"/>
              <a:buNone/>
            </a:pPr>
            <a:endParaRPr lang="en-US" dirty="0">
              <a:latin typeface="Arial"/>
              <a:ea typeface="Arial"/>
              <a:cs typeface="Arial"/>
              <a:sym typeface="Arial"/>
            </a:endParaRPr>
          </a:p>
          <a:p>
            <a:pPr marL="0" lvl="0" indent="0" algn="l" rtl="0">
              <a:lnSpc>
                <a:spcPct val="115000"/>
              </a:lnSpc>
              <a:spcBef>
                <a:spcPts val="1200"/>
              </a:spcBef>
              <a:spcAft>
                <a:spcPts val="0"/>
              </a:spcAft>
              <a:buSzPts val="1100"/>
              <a:buNone/>
            </a:pPr>
            <a:r>
              <a:rPr lang="en-US" dirty="0">
                <a:latin typeface="Arial"/>
                <a:ea typeface="Arial"/>
                <a:cs typeface="Arial"/>
                <a:sym typeface="Arial"/>
              </a:rPr>
              <a:t>Building workflows begins with adding the right actions. The platform provides a variety of essential and advanced actions that can be easily added using a straightforward drag-and-drop interface.</a:t>
            </a:r>
          </a:p>
          <a:p>
            <a:pPr marL="0" lvl="0" indent="0" algn="l" rtl="0">
              <a:lnSpc>
                <a:spcPct val="115000"/>
              </a:lnSpc>
              <a:spcBef>
                <a:spcPts val="1200"/>
              </a:spcBef>
              <a:spcAft>
                <a:spcPts val="0"/>
              </a:spcAft>
              <a:buSzPts val="1100"/>
              <a:buNone/>
            </a:pPr>
            <a:endParaRPr lang="en-US" dirty="0">
              <a:latin typeface="Arial"/>
              <a:ea typeface="Arial"/>
              <a:cs typeface="Arial"/>
              <a:sym typeface="Arial"/>
            </a:endParaRPr>
          </a:p>
          <a:p>
            <a:pPr marL="0" lvl="0" indent="0" algn="l" rtl="0">
              <a:lnSpc>
                <a:spcPct val="115000"/>
              </a:lnSpc>
              <a:spcBef>
                <a:spcPts val="1200"/>
              </a:spcBef>
              <a:spcAft>
                <a:spcPts val="0"/>
              </a:spcAft>
              <a:buSzPts val="1100"/>
              <a:buNone/>
            </a:pPr>
            <a:r>
              <a:rPr lang="en-US" b="1" dirty="0">
                <a:latin typeface="Arial"/>
                <a:ea typeface="Arial"/>
                <a:cs typeface="Arial"/>
                <a:sym typeface="Arial"/>
              </a:rPr>
              <a:t>Send HTTP requests, Emails, and SQL queries</a:t>
            </a:r>
            <a:br>
              <a:rPr lang="en-US" b="1" dirty="0">
                <a:latin typeface="Arial"/>
                <a:ea typeface="Arial"/>
                <a:cs typeface="Arial"/>
                <a:sym typeface="Arial"/>
              </a:rPr>
            </a:br>
            <a:r>
              <a:rPr lang="en-US" dirty="0">
                <a:latin typeface="Arial"/>
                <a:ea typeface="Arial"/>
                <a:cs typeface="Arial"/>
                <a:sym typeface="Arial"/>
              </a:rPr>
              <a:t>Core actions include sending HTTP requests to interact with APIs, sending emails for notifications, and executing SQL queries to retrieve or manipulate data.</a:t>
            </a:r>
          </a:p>
          <a:p>
            <a:pPr marL="0" lvl="0" indent="0" algn="l" rtl="0">
              <a:lnSpc>
                <a:spcPct val="115000"/>
              </a:lnSpc>
              <a:spcBef>
                <a:spcPts val="1200"/>
              </a:spcBef>
              <a:spcAft>
                <a:spcPts val="0"/>
              </a:spcAft>
              <a:buSzPts val="1100"/>
              <a:buNone/>
            </a:pPr>
            <a:r>
              <a:rPr lang="en-US" b="1" dirty="0">
                <a:latin typeface="Arial"/>
                <a:ea typeface="Arial"/>
                <a:cs typeface="Arial"/>
                <a:sym typeface="Arial"/>
              </a:rPr>
              <a:t>Control workflow logic with conditions, loops, and delays</a:t>
            </a:r>
            <a:br>
              <a:rPr lang="en-US" b="1" dirty="0">
                <a:latin typeface="Arial"/>
                <a:ea typeface="Arial"/>
                <a:cs typeface="Arial"/>
                <a:sym typeface="Arial"/>
              </a:rPr>
            </a:br>
            <a:r>
              <a:rPr lang="en-US" dirty="0">
                <a:latin typeface="Arial"/>
                <a:ea typeface="Arial"/>
                <a:cs typeface="Arial"/>
                <a:sym typeface="Arial"/>
              </a:rPr>
              <a:t>Workflow controls such as conditions, loops, and delays let you handle different scenarios, manage repetitive tasks, and adjust the timing of actions.</a:t>
            </a:r>
          </a:p>
          <a:p>
            <a:pPr marL="0" lvl="0" indent="0" algn="l" rtl="0">
              <a:lnSpc>
                <a:spcPct val="115000"/>
              </a:lnSpc>
              <a:spcBef>
                <a:spcPts val="1200"/>
              </a:spcBef>
              <a:spcAft>
                <a:spcPts val="1200"/>
              </a:spcAft>
              <a:buClr>
                <a:schemeClr val="dk1"/>
              </a:buClr>
              <a:buSzPts val="1100"/>
              <a:buFont typeface="Arial"/>
              <a:buNone/>
            </a:pPr>
            <a:r>
              <a:rPr lang="en-US" b="1" dirty="0">
                <a:latin typeface="Arial"/>
                <a:ea typeface="Arial"/>
                <a:cs typeface="Arial"/>
                <a:sym typeface="Arial"/>
              </a:rPr>
              <a:t>Manage data flow using variables</a:t>
            </a:r>
            <a:br>
              <a:rPr lang="en-US" b="1" dirty="0">
                <a:latin typeface="Arial"/>
                <a:ea typeface="Arial"/>
                <a:cs typeface="Arial"/>
                <a:sym typeface="Arial"/>
              </a:rPr>
            </a:br>
            <a:r>
              <a:rPr lang="en-US" dirty="0" err="1">
                <a:latin typeface="Arial"/>
                <a:ea typeface="Arial"/>
                <a:cs typeface="Arial"/>
                <a:sym typeface="Arial"/>
              </a:rPr>
              <a:t>Variables</a:t>
            </a:r>
            <a:r>
              <a:rPr lang="en-US" dirty="0">
                <a:latin typeface="Arial"/>
                <a:ea typeface="Arial"/>
                <a:cs typeface="Arial"/>
                <a:sym typeface="Arial"/>
              </a:rPr>
              <a:t> allow you to store, update, and share data between actions within a workflow, making it easy to manage information.</a:t>
            </a:r>
          </a:p>
          <a:p>
            <a:pPr marL="0" lvl="0" indent="0" algn="l" rtl="0">
              <a:spcBef>
                <a:spcPts val="0"/>
              </a:spcBef>
              <a:spcAft>
                <a:spcPts val="0"/>
              </a:spcAft>
              <a:buNone/>
            </a:pPr>
            <a:endParaRPr dirty="0"/>
          </a:p>
        </p:txBody>
      </p:sp>
      <p:sp>
        <p:nvSpPr>
          <p:cNvPr id="1304" name="Google Shape;1304;p21: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p:cNvGrpSpPr/>
        <p:nvPr/>
      </p:nvGrpSpPr>
      <p:grpSpPr>
        <a:xfrm>
          <a:off x="0" y="0"/>
          <a:ext cx="0" cy="0"/>
          <a:chOff x="0" y="0"/>
          <a:chExt cx="0" cy="0"/>
        </a:xfrm>
      </p:grpSpPr>
      <p:sp>
        <p:nvSpPr>
          <p:cNvPr id="1310" name="Google Shape;1310;p22: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i="1" dirty="0"/>
              <a:t>For some configurations, you’ll enter or select exact values. For example, I can select the integration/connection to use for an operation. In other cases, your config will depend on previous data available earlier in the workflow. We’ll talk about working with these references a little later</a:t>
            </a:r>
            <a:endParaRPr dirty="0"/>
          </a:p>
        </p:txBody>
      </p:sp>
      <p:sp>
        <p:nvSpPr>
          <p:cNvPr id="1311" name="Google Shape;1311;p22: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a:extLst>
            <a:ext uri="{FF2B5EF4-FFF2-40B4-BE49-F238E27FC236}">
              <a16:creationId xmlns:a16="http://schemas.microsoft.com/office/drawing/2014/main" id="{2E413F10-4CA6-2C47-94A6-FB9BB3864901}"/>
            </a:ext>
          </a:extLst>
        </p:cNvPr>
        <p:cNvGrpSpPr/>
        <p:nvPr/>
      </p:nvGrpSpPr>
      <p:grpSpPr>
        <a:xfrm>
          <a:off x="0" y="0"/>
          <a:ext cx="0" cy="0"/>
          <a:chOff x="0" y="0"/>
          <a:chExt cx="0" cy="0"/>
        </a:xfrm>
      </p:grpSpPr>
      <p:sp>
        <p:nvSpPr>
          <p:cNvPr id="1310" name="Google Shape;1310;p22:notes">
            <a:extLst>
              <a:ext uri="{FF2B5EF4-FFF2-40B4-BE49-F238E27FC236}">
                <a16:creationId xmlns:a16="http://schemas.microsoft.com/office/drawing/2014/main" id="{81AC2793-4F52-9185-10CD-14CDD45620F1}"/>
              </a:ext>
            </a:extLst>
          </p:cNvPr>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 didn’t see results in our simple email workflow until we tested them. Testing the trigger fetched the critical alert, and testing the send email action sent the email.</a:t>
            </a:r>
          </a:p>
          <a:p>
            <a:pPr marL="0" lvl="0" indent="0" algn="l" rtl="0">
              <a:spcBef>
                <a:spcPts val="0"/>
              </a:spcBef>
              <a:spcAft>
                <a:spcPts val="0"/>
              </a:spcAft>
              <a:buNone/>
            </a:pPr>
            <a:endParaRPr dirty="0"/>
          </a:p>
        </p:txBody>
      </p:sp>
      <p:sp>
        <p:nvSpPr>
          <p:cNvPr id="1311" name="Google Shape;1311;p22:notes">
            <a:extLst>
              <a:ext uri="{FF2B5EF4-FFF2-40B4-BE49-F238E27FC236}">
                <a16:creationId xmlns:a16="http://schemas.microsoft.com/office/drawing/2014/main" id="{23F8756E-CFA5-872F-1446-9F48B0C9BCEB}"/>
              </a:ext>
            </a:extLst>
          </p:cNvPr>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6309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p23: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i="1" dirty="0"/>
              <a:t>Demo</a:t>
            </a:r>
          </a:p>
          <a:p>
            <a:pPr marL="0" lvl="0" indent="0" algn="l" rtl="0">
              <a:lnSpc>
                <a:spcPct val="100000"/>
              </a:lnSpc>
              <a:spcBef>
                <a:spcPts val="0"/>
              </a:spcBef>
              <a:spcAft>
                <a:spcPts val="0"/>
              </a:spcAft>
              <a:buSzPts val="1400"/>
              <a:buNone/>
            </a:pPr>
            <a:endParaRPr lang="en-US" i="1" dirty="0"/>
          </a:p>
          <a:p>
            <a:pPr marL="0" lvl="0" indent="0" algn="l" rtl="0">
              <a:lnSpc>
                <a:spcPct val="100000"/>
              </a:lnSpc>
              <a:spcBef>
                <a:spcPts val="0"/>
              </a:spcBef>
              <a:spcAft>
                <a:spcPts val="0"/>
              </a:spcAft>
              <a:buSzPts val="1400"/>
              <a:buNone/>
            </a:pPr>
            <a:r>
              <a:rPr lang="en-US" i="1" dirty="0"/>
              <a:t>+ create Singularity Trigger for new, high-severity alert</a:t>
            </a:r>
          </a:p>
          <a:p>
            <a:pPr marL="0" lvl="0" indent="0" algn="l" rtl="0">
              <a:lnSpc>
                <a:spcPct val="100000"/>
              </a:lnSpc>
              <a:spcBef>
                <a:spcPts val="0"/>
              </a:spcBef>
              <a:spcAft>
                <a:spcPts val="0"/>
              </a:spcAft>
              <a:buSzPts val="1400"/>
              <a:buNone/>
            </a:pPr>
            <a:r>
              <a:rPr lang="en-US" i="1" dirty="0"/>
              <a:t>+ send me an email</a:t>
            </a:r>
          </a:p>
          <a:p>
            <a:pPr marL="0" lvl="0" indent="0" algn="l" rtl="0">
              <a:lnSpc>
                <a:spcPct val="100000"/>
              </a:lnSpc>
              <a:spcBef>
                <a:spcPts val="0"/>
              </a:spcBef>
              <a:spcAft>
                <a:spcPts val="0"/>
              </a:spcAft>
              <a:buSzPts val="1400"/>
              <a:buNone/>
            </a:pPr>
            <a:r>
              <a:rPr lang="en-US" i="1" dirty="0"/>
              <a:t>+ test both the trigger and the Send Email action and verify the results. Note, we’ll talk more about testing your actions shortly.</a:t>
            </a:r>
          </a:p>
          <a:p>
            <a:pPr marL="0" lvl="0" indent="0" algn="l" rtl="0">
              <a:lnSpc>
                <a:spcPct val="100000"/>
              </a:lnSpc>
              <a:spcBef>
                <a:spcPts val="0"/>
              </a:spcBef>
              <a:spcAft>
                <a:spcPts val="0"/>
              </a:spcAft>
              <a:buSzPts val="1400"/>
              <a:buNone/>
            </a:pPr>
            <a:endParaRPr lang="en-US" sz="1100" b="0" i="1" u="none" strike="noStrike" cap="none" dirty="0">
              <a:solidFill>
                <a:schemeClr val="dk1"/>
              </a:solidFill>
              <a:effectLst/>
              <a:latin typeface="Calibri"/>
              <a:ea typeface="Calibri"/>
              <a:cs typeface="Calibri"/>
              <a:sym typeface="Calibri"/>
            </a:endParaRPr>
          </a:p>
          <a:p>
            <a:pPr marL="0" lvl="0" indent="0" algn="l" rtl="0">
              <a:lnSpc>
                <a:spcPct val="100000"/>
              </a:lnSpc>
              <a:spcBef>
                <a:spcPts val="0"/>
              </a:spcBef>
              <a:spcAft>
                <a:spcPts val="0"/>
              </a:spcAft>
              <a:buSzPts val="1400"/>
              <a:buNone/>
            </a:pPr>
            <a:r>
              <a:rPr lang="en-US" i="1" dirty="0">
                <a:latin typeface="Arial" panose="020B0604020202020204" pitchFamily="34" charset="0"/>
                <a:cs typeface="Arial" panose="020B0604020202020204" pitchFamily="34" charset="0"/>
              </a:rPr>
              <a:t>What if I didn’t have a new, high-severity alert handy to test this workflow? Can use synthetic/manual output.</a:t>
            </a:r>
          </a:p>
          <a:p>
            <a:pPr marL="0" lvl="0" indent="0" algn="l" rtl="0">
              <a:lnSpc>
                <a:spcPct val="100000"/>
              </a:lnSpc>
              <a:spcBef>
                <a:spcPts val="0"/>
              </a:spcBef>
              <a:spcAft>
                <a:spcPts val="0"/>
              </a:spcAft>
              <a:buSzPts val="1400"/>
              <a:buNone/>
            </a:pPr>
            <a:endParaRPr lang="en-US" i="1"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i="1" dirty="0">
                <a:latin typeface="Arial" panose="020B0604020202020204" pitchFamily="34" charset="0"/>
                <a:cs typeface="Arial" panose="020B0604020202020204" pitchFamily="34" charset="0"/>
              </a:rPr>
              <a:t>+ Copy the alert JSON and paste it into Manual output, then rerun both the trigger and action.</a:t>
            </a:r>
          </a:p>
          <a:p>
            <a:pPr marL="0" lvl="0" indent="0" algn="l" rtl="0">
              <a:spcBef>
                <a:spcPts val="0"/>
              </a:spcBef>
              <a:spcAft>
                <a:spcPts val="0"/>
              </a:spcAft>
              <a:buNone/>
            </a:pPr>
            <a:endParaRPr dirty="0"/>
          </a:p>
        </p:txBody>
      </p:sp>
      <p:sp>
        <p:nvSpPr>
          <p:cNvPr id="1318" name="Google Shape;1318;p23: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p24: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158750" indent="0">
              <a:buNone/>
            </a:pPr>
            <a:r>
              <a:rPr lang="en-AE" sz="1100" b="0" i="0" u="none" strike="noStrike" cap="none" dirty="0">
                <a:solidFill>
                  <a:schemeClr val="dk1"/>
                </a:solidFill>
                <a:effectLst/>
                <a:latin typeface="Calibri"/>
                <a:ea typeface="Calibri"/>
                <a:cs typeface="Calibri"/>
                <a:sym typeface="Calibri"/>
              </a:rPr>
              <a:t>Integration is the ability to connect a wide library of cloud-based applications into the Singularity platform—and your workflow—eliminates the silo-</a:t>
            </a:r>
            <a:r>
              <a:rPr lang="en-AE" sz="1100" b="0" i="0" u="none" strike="noStrike" cap="none" dirty="0" err="1">
                <a:solidFill>
                  <a:schemeClr val="dk1"/>
                </a:solidFill>
                <a:effectLst/>
                <a:latin typeface="Calibri"/>
                <a:ea typeface="Calibri"/>
                <a:cs typeface="Calibri"/>
                <a:sym typeface="Calibri"/>
              </a:rPr>
              <a:t>ing</a:t>
            </a:r>
            <a:r>
              <a:rPr lang="en-AE" sz="1100" b="0" i="0" u="none" strike="noStrike" cap="none" dirty="0">
                <a:solidFill>
                  <a:schemeClr val="dk1"/>
                </a:solidFill>
                <a:effectLst/>
                <a:latin typeface="Calibri"/>
                <a:ea typeface="Calibri"/>
                <a:cs typeface="Calibri"/>
                <a:sym typeface="Calibri"/>
              </a:rPr>
              <a:t> of relevant data from security and IT sources across your ecosystem and helps automate response and remediation.</a:t>
            </a:r>
          </a:p>
          <a:p>
            <a:endParaRPr lang="en-AE" sz="1100" b="0" i="0" u="none" strike="noStrike" cap="none" dirty="0">
              <a:solidFill>
                <a:schemeClr val="dk1"/>
              </a:solidFill>
              <a:effectLst/>
              <a:latin typeface="Calibri"/>
              <a:ea typeface="Calibri"/>
              <a:cs typeface="Calibri"/>
              <a:sym typeface="Calibri"/>
            </a:endParaRPr>
          </a:p>
          <a:p>
            <a:pPr marL="158750" indent="0">
              <a:buNone/>
            </a:pPr>
            <a:r>
              <a:rPr lang="en-AE" sz="1100" b="0" i="0" u="none" strike="noStrike" cap="none" dirty="0">
                <a:solidFill>
                  <a:schemeClr val="dk1"/>
                </a:solidFill>
                <a:effectLst/>
                <a:latin typeface="Calibri"/>
                <a:ea typeface="Calibri"/>
                <a:cs typeface="Calibri"/>
                <a:sym typeface="Calibri"/>
              </a:rPr>
              <a:t>This no-code access to available APIs enables you to leverage all first- and third-party data and get peer-driven insights to add context to your automation and decision-making.</a:t>
            </a:r>
          </a:p>
          <a:p>
            <a:endParaRPr lang="en-AE" sz="1100" b="0" i="0" u="none" strike="noStrike" cap="none" dirty="0">
              <a:solidFill>
                <a:schemeClr val="dk1"/>
              </a:solidFill>
              <a:effectLst/>
              <a:latin typeface="Calibri"/>
              <a:ea typeface="Calibri"/>
              <a:cs typeface="Calibri"/>
              <a:sym typeface="Calibri"/>
            </a:endParaRPr>
          </a:p>
          <a:p>
            <a:pPr marL="158750" indent="0">
              <a:buNone/>
            </a:pPr>
            <a:r>
              <a:rPr lang="en-AE" sz="1100" b="0" i="0" u="none" strike="noStrike" cap="none" dirty="0">
                <a:solidFill>
                  <a:schemeClr val="dk1"/>
                </a:solidFill>
                <a:effectLst/>
                <a:latin typeface="Calibri"/>
                <a:ea typeface="Calibri"/>
                <a:cs typeface="Calibri"/>
                <a:sym typeface="Calibri"/>
              </a:rPr>
              <a:t>Built directly into the SentinelOne platform, Hyperautomation integrates seamlessly into analyst workflows, where automations are intelligently suggested during investigations. Native integration with Singularity’s endpoint, cloud, and identity capabilities means that not only can security teams automate the remediation of threats across multiple attack surfaces, but all first-party and third-party data in Singularity can be leveraged to rapidly respond to incidents with more context and less complexity.</a:t>
            </a:r>
          </a:p>
          <a:p>
            <a:pPr marL="0" lvl="0" indent="0" algn="l" rtl="0">
              <a:spcBef>
                <a:spcPts val="0"/>
              </a:spcBef>
              <a:spcAft>
                <a:spcPts val="0"/>
              </a:spcAft>
              <a:buNone/>
            </a:pPr>
            <a:endParaRPr dirty="0"/>
          </a:p>
        </p:txBody>
      </p:sp>
      <p:sp>
        <p:nvSpPr>
          <p:cNvPr id="1325" name="Google Shape;1325;p24: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0"/>
        <p:cNvGrpSpPr/>
        <p:nvPr/>
      </p:nvGrpSpPr>
      <p:grpSpPr>
        <a:xfrm>
          <a:off x="0" y="0"/>
          <a:ext cx="0" cy="0"/>
          <a:chOff x="0" y="0"/>
          <a:chExt cx="0" cy="0"/>
        </a:xfrm>
      </p:grpSpPr>
      <p:sp>
        <p:nvSpPr>
          <p:cNvPr id="1331" name="Google Shape;1331;p25: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2" name="Google Shape;1332;p25: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7"/>
        <p:cNvGrpSpPr/>
        <p:nvPr/>
      </p:nvGrpSpPr>
      <p:grpSpPr>
        <a:xfrm>
          <a:off x="0" y="0"/>
          <a:ext cx="0" cy="0"/>
          <a:chOff x="0" y="0"/>
          <a:chExt cx="0" cy="0"/>
        </a:xfrm>
      </p:grpSpPr>
      <p:sp>
        <p:nvSpPr>
          <p:cNvPr id="1338" name="Google Shape;1338;p26: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i="1" dirty="0"/>
              <a:t>Note that you can save an action as a custom action. For example, you might create an action for a particular HTTP request and save it as a custom action so you don’t have to rebuild it from scratch if you want to use it again in another workflow.</a:t>
            </a:r>
          </a:p>
          <a:p>
            <a:pPr marL="0" lvl="0" indent="0" algn="l" rtl="0">
              <a:spcBef>
                <a:spcPts val="0"/>
              </a:spcBef>
              <a:spcAft>
                <a:spcPts val="0"/>
              </a:spcAft>
              <a:buNone/>
            </a:pPr>
            <a:endParaRPr dirty="0"/>
          </a:p>
        </p:txBody>
      </p:sp>
      <p:sp>
        <p:nvSpPr>
          <p:cNvPr id="1339" name="Google Shape;1339;p26: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4"/>
        <p:cNvGrpSpPr/>
        <p:nvPr/>
      </p:nvGrpSpPr>
      <p:grpSpPr>
        <a:xfrm>
          <a:off x="0" y="0"/>
          <a:ext cx="0" cy="0"/>
          <a:chOff x="0" y="0"/>
          <a:chExt cx="0" cy="0"/>
        </a:xfrm>
      </p:grpSpPr>
      <p:sp>
        <p:nvSpPr>
          <p:cNvPr id="1345" name="Google Shape;1345;p27: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i="1" dirty="0"/>
              <a:t>Demo </a:t>
            </a:r>
            <a:r>
              <a:rPr lang="en-US" i="1" dirty="0" err="1"/>
              <a:t>VirusTotal</a:t>
            </a:r>
            <a:r>
              <a:rPr lang="en-US" i="1" dirty="0"/>
              <a:t> integration. We saw the template example earlier.</a:t>
            </a:r>
          </a:p>
          <a:p>
            <a:pPr marL="0" lvl="0" indent="0" algn="l" rtl="0">
              <a:lnSpc>
                <a:spcPct val="100000"/>
              </a:lnSpc>
              <a:spcBef>
                <a:spcPts val="0"/>
              </a:spcBef>
              <a:spcAft>
                <a:spcPts val="0"/>
              </a:spcAft>
              <a:buSzPts val="1400"/>
              <a:buNone/>
            </a:pPr>
            <a:r>
              <a:rPr lang="en-US" sz="1100" b="0" i="1" u="none" strike="noStrike" cap="none" dirty="0">
                <a:solidFill>
                  <a:schemeClr val="dk1"/>
                </a:solidFill>
                <a:effectLst/>
                <a:latin typeface="Calibri"/>
                <a:ea typeface="Calibri"/>
                <a:cs typeface="Calibri"/>
                <a:sym typeface="Calibri"/>
              </a:rPr>
              <a:t>Demo </a:t>
            </a:r>
            <a:r>
              <a:rPr lang="en-US" sz="1100" b="0" i="1" u="none" strike="noStrike" cap="none" dirty="0" err="1">
                <a:solidFill>
                  <a:schemeClr val="dk1"/>
                </a:solidFill>
                <a:effectLst/>
                <a:latin typeface="Calibri"/>
                <a:ea typeface="Calibri"/>
                <a:cs typeface="Calibri"/>
                <a:sym typeface="Calibri"/>
              </a:rPr>
              <a:t>GraphQL</a:t>
            </a:r>
            <a:r>
              <a:rPr lang="en-US" sz="1100" b="0" i="1" u="none" strike="noStrike" cap="none" dirty="0">
                <a:solidFill>
                  <a:schemeClr val="dk1"/>
                </a:solidFill>
                <a:effectLst/>
                <a:latin typeface="Calibri"/>
                <a:ea typeface="Calibri"/>
                <a:cs typeface="Calibri"/>
                <a:sym typeface="Calibri"/>
              </a:rPr>
              <a:t> integration. Used for interacting with Unified Alert Management and XSPM (extended Security Posture Management) in the console.</a:t>
            </a:r>
            <a:endParaRPr lang="en-AE" sz="1100" b="0" i="1"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1346" name="Google Shape;1346;p27: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p28: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i="1" dirty="0"/>
              <a:t>Example of S1’s smart camera integration for detecting tailgating.</a:t>
            </a:r>
          </a:p>
          <a:p>
            <a:pPr marL="0" lvl="0" indent="0" algn="l" rtl="0">
              <a:lnSpc>
                <a:spcPct val="100000"/>
              </a:lnSpc>
              <a:spcBef>
                <a:spcPts val="0"/>
              </a:spcBef>
              <a:spcAft>
                <a:spcPts val="0"/>
              </a:spcAft>
              <a:buSzPts val="1400"/>
              <a:buNone/>
            </a:pPr>
            <a:endParaRPr lang="en-US" i="1" dirty="0"/>
          </a:p>
          <a:p>
            <a:pPr marL="0" lvl="0" indent="0" algn="l" rtl="0">
              <a:lnSpc>
                <a:spcPct val="100000"/>
              </a:lnSpc>
              <a:spcBef>
                <a:spcPts val="0"/>
              </a:spcBef>
              <a:spcAft>
                <a:spcPts val="0"/>
              </a:spcAft>
              <a:buSzPts val="1400"/>
              <a:buNone/>
            </a:pPr>
            <a:r>
              <a:rPr lang="en-US" i="1" dirty="0"/>
              <a:t>Might demo a custom integration from https://www.freepublicapis.com/, like Hacker News</a:t>
            </a:r>
          </a:p>
          <a:p>
            <a:pPr marL="0" lvl="0" indent="0" algn="l" rtl="0">
              <a:lnSpc>
                <a:spcPct val="100000"/>
              </a:lnSpc>
              <a:spcBef>
                <a:spcPts val="0"/>
              </a:spcBef>
              <a:spcAft>
                <a:spcPts val="0"/>
              </a:spcAft>
              <a:buSzPts val="1400"/>
              <a:buNone/>
            </a:pPr>
            <a:endParaRPr lang="en-US" i="1" dirty="0"/>
          </a:p>
          <a:p>
            <a:pPr marL="0" lvl="0" indent="0" algn="l" rtl="0">
              <a:spcBef>
                <a:spcPts val="0"/>
              </a:spcBef>
              <a:spcAft>
                <a:spcPts val="0"/>
              </a:spcAft>
              <a:buNone/>
            </a:pPr>
            <a:r>
              <a:rPr lang="en-US" dirty="0"/>
              <a:t>Note that we’ll be using custom integrations for the Long Running Query use case coming up</a:t>
            </a:r>
            <a:endParaRPr dirty="0"/>
          </a:p>
        </p:txBody>
      </p:sp>
      <p:sp>
        <p:nvSpPr>
          <p:cNvPr id="1353" name="Google Shape;1353;p28: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p31: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5" name="Google Shape;1375;p31: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0"/>
        <p:cNvGrpSpPr/>
        <p:nvPr/>
      </p:nvGrpSpPr>
      <p:grpSpPr>
        <a:xfrm>
          <a:off x="0" y="0"/>
          <a:ext cx="0" cy="0"/>
          <a:chOff x="0" y="0"/>
          <a:chExt cx="0" cy="0"/>
        </a:xfrm>
      </p:grpSpPr>
      <p:sp>
        <p:nvSpPr>
          <p:cNvPr id="1381" name="Google Shape;1381;p32: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Docs don’t say if there’s a cap on the number of versions kept for rollback or review.</a:t>
            </a:r>
          </a:p>
          <a:p>
            <a:pPr marL="0" lvl="0" indent="0" algn="l" rtl="0">
              <a:spcBef>
                <a:spcPts val="0"/>
              </a:spcBef>
              <a:spcAft>
                <a:spcPts val="0"/>
              </a:spcAft>
              <a:buNone/>
            </a:pPr>
            <a:endParaRPr dirty="0"/>
          </a:p>
        </p:txBody>
      </p:sp>
      <p:sp>
        <p:nvSpPr>
          <p:cNvPr id="1382" name="Google Shape;1382;p32: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7"/>
        <p:cNvGrpSpPr/>
        <p:nvPr/>
      </p:nvGrpSpPr>
      <p:grpSpPr>
        <a:xfrm>
          <a:off x="0" y="0"/>
          <a:ext cx="0" cy="0"/>
          <a:chOff x="0" y="0"/>
          <a:chExt cx="0" cy="0"/>
        </a:xfrm>
      </p:grpSpPr>
      <p:sp>
        <p:nvSpPr>
          <p:cNvPr id="1388" name="Google Shape;1388;p33: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dirty="0"/>
              <a:t>https://github.com/simplescripter/OneCon26</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 note on scoping of workflows:</a:t>
            </a:r>
          </a:p>
          <a:p>
            <a:pPr marL="0" lvl="0" indent="0" algn="l" rtl="0">
              <a:lnSpc>
                <a:spcPct val="100000"/>
              </a:lnSpc>
              <a:spcBef>
                <a:spcPts val="0"/>
              </a:spcBef>
              <a:spcAft>
                <a:spcPts val="0"/>
              </a:spcAft>
              <a:buSzPts val="14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Workflows created at a specific scope (e.g., Account) are only visible and usable within that scope. They do not propagate to Sites or Groups below the Account.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There are ongoing discussions and plans to improve manageability, especially for MSSPs and organizations that want to share workflows across multiple accounts or sites. However, as of now, sharing or propagating workflows from Account to Site (or from Global to Account/Site) is not natively supported; each workflow must be created or imported at the specific scope where it is needed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Other elements with this non-inheritance behavior include integrations, connections, </a:t>
            </a:r>
            <a:r>
              <a:rPr lang="en-US" dirty="0" err="1"/>
              <a:t>RemoteOps</a:t>
            </a:r>
            <a:r>
              <a:rPr lang="en-US" dirty="0"/>
              <a:t> scripts, Console configuration settings, and Locations.</a:t>
            </a:r>
          </a:p>
          <a:p>
            <a:pPr marL="0" lvl="0" indent="0" algn="l" rtl="0">
              <a:lnSpc>
                <a:spcPct val="100000"/>
              </a:lnSpc>
              <a:spcBef>
                <a:spcPts val="0"/>
              </a:spcBef>
              <a:spcAft>
                <a:spcPts val="0"/>
              </a:spcAft>
              <a:buSzPts val="1400"/>
              <a:buNone/>
            </a:pPr>
            <a:endParaRPr lang="en-US" dirty="0"/>
          </a:p>
          <a:p>
            <a:pPr marL="0" lvl="0" indent="0" algn="l" rtl="0">
              <a:spcBef>
                <a:spcPts val="0"/>
              </a:spcBef>
              <a:spcAft>
                <a:spcPts val="0"/>
              </a:spcAft>
              <a:buNone/>
            </a:pPr>
            <a:endParaRPr dirty="0"/>
          </a:p>
        </p:txBody>
      </p:sp>
      <p:sp>
        <p:nvSpPr>
          <p:cNvPr id="1389" name="Google Shape;1389;p33: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4"/>
        <p:cNvGrpSpPr/>
        <p:nvPr/>
      </p:nvGrpSpPr>
      <p:grpSpPr>
        <a:xfrm>
          <a:off x="0" y="0"/>
          <a:ext cx="0" cy="0"/>
          <a:chOff x="0" y="0"/>
          <a:chExt cx="0" cy="0"/>
        </a:xfrm>
      </p:grpSpPr>
      <p:sp>
        <p:nvSpPr>
          <p:cNvPr id="1395" name="Google Shape;1395;p34: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6" name="Google Shape;1396;p34: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p:cNvGrpSpPr/>
        <p:nvPr/>
      </p:nvGrpSpPr>
      <p:grpSpPr>
        <a:xfrm>
          <a:off x="0" y="0"/>
          <a:ext cx="0" cy="0"/>
          <a:chOff x="0" y="0"/>
          <a:chExt cx="0" cy="0"/>
        </a:xfrm>
      </p:grpSpPr>
      <p:sp>
        <p:nvSpPr>
          <p:cNvPr id="1409" name="Google Shape;1409;p36: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0" name="Google Shape;1410;p36: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p37: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dirty="0"/>
              <a:t>Consider using https://jsonpathfinder.com/ to view JSON path structure</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Also note that you can click an element in the returned JSON to copy the entire JSON path to your clipboard.</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Return to the original email workflow to pull some details into the message and re-test it.</a:t>
            </a:r>
          </a:p>
          <a:p>
            <a:pPr marL="0" lvl="0" indent="0" algn="l" rtl="0">
              <a:spcBef>
                <a:spcPts val="0"/>
              </a:spcBef>
              <a:spcAft>
                <a:spcPts val="0"/>
              </a:spcAft>
              <a:buNone/>
            </a:pPr>
            <a:endParaRPr dirty="0"/>
          </a:p>
        </p:txBody>
      </p:sp>
      <p:sp>
        <p:nvSpPr>
          <p:cNvPr id="1417" name="Google Shape;1417;p37: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p38: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E" sz="1100" b="1" i="0" u="none" strike="noStrike" cap="none" dirty="0">
                <a:solidFill>
                  <a:schemeClr val="dk1"/>
                </a:solidFill>
                <a:effectLst/>
                <a:latin typeface="Calibri"/>
                <a:ea typeface="Calibri"/>
                <a:cs typeface="Calibri"/>
                <a:sym typeface="Calibri"/>
              </a:rPr>
              <a:t>Variables </a:t>
            </a:r>
            <a:r>
              <a:rPr lang="en-AE" sz="1100" b="0" i="0" u="none" strike="noStrike" cap="none" dirty="0">
                <a:solidFill>
                  <a:schemeClr val="dk1"/>
                </a:solidFill>
                <a:effectLst/>
                <a:latin typeface="Calibri"/>
                <a:ea typeface="Calibri"/>
                <a:cs typeface="Calibri"/>
                <a:sym typeface="Calibri"/>
              </a:rPr>
              <a:t>enable your Actions to dynamically reference output from earlier steps, ensuring seamless data flow. The Workflow Inspector supports auto-complete and "fuzzy" search for easy selection of prior action results.</a:t>
            </a:r>
          </a:p>
          <a:p>
            <a:pPr marL="0" lvl="0" indent="0" algn="l" rtl="0">
              <a:lnSpc>
                <a:spcPct val="100000"/>
              </a:lnSpc>
              <a:spcBef>
                <a:spcPts val="0"/>
              </a:spcBef>
              <a:spcAft>
                <a:spcPts val="0"/>
              </a:spcAft>
              <a:buSzPts val="1400"/>
              <a:buNone/>
            </a:pP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E" sz="1100" b="1" i="0" u="none" strike="noStrike" cap="none" dirty="0">
                <a:solidFill>
                  <a:schemeClr val="dk1"/>
                </a:solidFill>
                <a:effectLst/>
                <a:latin typeface="Calibri"/>
                <a:ea typeface="Calibri"/>
                <a:cs typeface="Calibri"/>
                <a:sym typeface="Calibri"/>
              </a:rPr>
              <a:t>Note:</a:t>
            </a:r>
            <a:r>
              <a:rPr lang="en-AE" sz="1100" b="0" i="0" u="none" strike="noStrike" cap="none" dirty="0">
                <a:solidFill>
                  <a:schemeClr val="dk1"/>
                </a:solidFill>
                <a:effectLst/>
                <a:latin typeface="Calibri"/>
                <a:ea typeface="Calibri"/>
                <a:cs typeface="Calibri"/>
                <a:sym typeface="Calibri"/>
              </a:rPr>
              <a:t> Variables are </a:t>
            </a:r>
            <a:r>
              <a:rPr lang="en-AE" sz="1100" b="0" i="1" u="none" strike="noStrike" cap="none" dirty="0">
                <a:solidFill>
                  <a:schemeClr val="dk1"/>
                </a:solidFill>
                <a:effectLst/>
                <a:latin typeface="Calibri"/>
                <a:ea typeface="Calibri"/>
                <a:cs typeface="Calibri"/>
                <a:sym typeface="Calibri"/>
              </a:rPr>
              <a:t>local </a:t>
            </a:r>
            <a:r>
              <a:rPr lang="en-AE" sz="1100" b="0" i="0" u="none" strike="noStrike" cap="none" dirty="0">
                <a:solidFill>
                  <a:schemeClr val="dk1"/>
                </a:solidFill>
                <a:effectLst/>
                <a:latin typeface="Calibri"/>
                <a:ea typeface="Calibri"/>
                <a:cs typeface="Calibri"/>
                <a:sym typeface="Calibri"/>
              </a:rPr>
              <a:t>by default. For variables to be accessible by other workflows as well, you must set them to be </a:t>
            </a:r>
            <a:r>
              <a:rPr lang="en-AE" sz="1100" b="0" i="1" u="none" strike="noStrike" cap="none" dirty="0">
                <a:solidFill>
                  <a:schemeClr val="dk1"/>
                </a:solidFill>
                <a:effectLst/>
                <a:latin typeface="Calibri"/>
                <a:ea typeface="Calibri"/>
                <a:cs typeface="Calibri"/>
                <a:sym typeface="Calibri"/>
              </a:rPr>
              <a:t>global</a:t>
            </a:r>
            <a:r>
              <a:rPr lang="en-AE" sz="1100" b="0" i="0" u="none" strike="noStrike" cap="none" dirty="0">
                <a:solidFill>
                  <a:schemeClr val="dk1"/>
                </a:solidFill>
                <a:effectLst/>
                <a:latin typeface="Calibri"/>
                <a:ea typeface="Calibri"/>
                <a:cs typeface="Calibri"/>
                <a:sym typeface="Calibri"/>
              </a:rPr>
              <a: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AE" sz="11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E" sz="1100" b="0" i="0" u="none" strike="noStrike" cap="none" dirty="0">
                <a:solidFill>
                  <a:schemeClr val="dk1"/>
                </a:solidFill>
                <a:effectLst/>
                <a:latin typeface="Calibri"/>
                <a:ea typeface="Calibri"/>
                <a:cs typeface="Calibri"/>
                <a:sym typeface="Calibri"/>
              </a:rPr>
              <a:t>The Variables page tracks your saved </a:t>
            </a:r>
            <a:r>
              <a:rPr lang="en-AE" sz="1100" b="0" i="1" u="none" strike="noStrike" cap="none" dirty="0">
                <a:solidFill>
                  <a:schemeClr val="dk1"/>
                </a:solidFill>
                <a:effectLst/>
                <a:latin typeface="Calibri"/>
                <a:ea typeface="Calibri"/>
                <a:cs typeface="Calibri"/>
                <a:sym typeface="Calibri"/>
              </a:rPr>
              <a:t>global </a:t>
            </a:r>
            <a:r>
              <a:rPr lang="en-AE" sz="1100" b="0" i="0" u="none" strike="noStrike" cap="none" dirty="0">
                <a:solidFill>
                  <a:schemeClr val="dk1"/>
                </a:solidFill>
                <a:effectLst/>
                <a:latin typeface="Calibri"/>
                <a:ea typeface="Calibri"/>
                <a:cs typeface="Calibri"/>
                <a:sym typeface="Calibri"/>
              </a:rPr>
              <a:t>variables. Variables store and share data both within workflows (local) and across workflows (global). These variables persist beyond a single execution, enabling great flexibility and seamless data reuse between workflows for consistent automation and streamlined operations. Variables empower advanced use of HA by defining key-value pairs to be used in Workflows, with an option to sanitize values of a given variable when inspecting executions (for example, a password or a token).</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Define an empty array as </a:t>
            </a:r>
            <a:r>
              <a:rPr lang="en-US" b="1" dirty="0"/>
              <a:t>[]</a:t>
            </a:r>
            <a:endParaRPr lang="en-US" b="0" dirty="0"/>
          </a:p>
          <a:p>
            <a:pPr marL="0" lvl="0" indent="0" algn="l" rtl="0">
              <a:spcBef>
                <a:spcPts val="0"/>
              </a:spcBef>
              <a:spcAft>
                <a:spcPts val="0"/>
              </a:spcAft>
              <a:buNone/>
            </a:pPr>
            <a:endParaRPr dirty="0"/>
          </a:p>
        </p:txBody>
      </p:sp>
      <p:sp>
        <p:nvSpPr>
          <p:cNvPr id="1424" name="Google Shape;1424;p38: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9"/>
        <p:cNvGrpSpPr/>
        <p:nvPr/>
      </p:nvGrpSpPr>
      <p:grpSpPr>
        <a:xfrm>
          <a:off x="0" y="0"/>
          <a:ext cx="0" cy="0"/>
          <a:chOff x="0" y="0"/>
          <a:chExt cx="0" cy="0"/>
        </a:xfrm>
      </p:grpSpPr>
      <p:sp>
        <p:nvSpPr>
          <p:cNvPr id="1430" name="Google Shape;1430;p39: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dirty="0"/>
              <a:t>Open https://community.sentinelone.com/s/article/000010854 and talk through some examples. We’ll see several different uses for functions in the use cases section of the session, coming up next.</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For </a:t>
            </a:r>
            <a:r>
              <a:rPr lang="en-US" dirty="0" err="1"/>
              <a:t>Function.JQ</a:t>
            </a:r>
            <a:r>
              <a:rPr lang="en-US" dirty="0"/>
              <a:t> and an introduction to JQ, see https://www.digitalocean.com/community/tutorials/how-to-transform-json-data-with-jq</a:t>
            </a:r>
          </a:p>
          <a:p>
            <a:pPr marL="0" lvl="0" indent="0" algn="l" rtl="0">
              <a:lnSpc>
                <a:spcPct val="100000"/>
              </a:lnSpc>
              <a:spcBef>
                <a:spcPts val="0"/>
              </a:spcBef>
              <a:spcAft>
                <a:spcPts val="0"/>
              </a:spcAft>
              <a:buSzPts val="1400"/>
              <a:buNone/>
            </a:pPr>
            <a:r>
              <a:rPr lang="en-US" dirty="0"/>
              <a:t>Useful tool is https://jqplay.org</a:t>
            </a:r>
          </a:p>
        </p:txBody>
      </p:sp>
      <p:sp>
        <p:nvSpPr>
          <p:cNvPr id="1431" name="Google Shape;1431;p39: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6"/>
        <p:cNvGrpSpPr/>
        <p:nvPr/>
      </p:nvGrpSpPr>
      <p:grpSpPr>
        <a:xfrm>
          <a:off x="0" y="0"/>
          <a:ext cx="0" cy="0"/>
          <a:chOff x="0" y="0"/>
          <a:chExt cx="0" cy="0"/>
        </a:xfrm>
      </p:grpSpPr>
      <p:sp>
        <p:nvSpPr>
          <p:cNvPr id="1437" name="Google Shape;1437;p40: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438" name="Google Shape;1438;p40: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sz="1100" b="0" i="0" u="none" strike="noStrike" cap="none" spc="0" dirty="0">
                <a:solidFill>
                  <a:srgbClr val="000000"/>
                </a:solidFill>
                <a:effectLst/>
                <a:latin typeface="Arial"/>
                <a:ea typeface="Arial"/>
                <a:cs typeface="Arial"/>
                <a:sym typeface="Arial"/>
              </a:rPr>
              <a:t>A compelling use case for Hyperautomation in AI SIEM is the creation and maintenance of </a:t>
            </a:r>
            <a:r>
              <a:rPr lang="en-US" sz="1100" b="0" i="1" u="none" strike="noStrike" cap="none" spc="0" dirty="0">
                <a:solidFill>
                  <a:srgbClr val="000000"/>
                </a:solidFill>
                <a:effectLst/>
                <a:latin typeface="Arial"/>
                <a:ea typeface="Arial"/>
                <a:cs typeface="Arial"/>
                <a:sym typeface="Arial"/>
              </a:rPr>
              <a:t>data tables</a:t>
            </a:r>
            <a:r>
              <a:rPr lang="en-US" sz="1100" b="0" i="0" u="none" strike="noStrike" cap="none" spc="0" dirty="0">
                <a:solidFill>
                  <a:srgbClr val="000000"/>
                </a:solidFill>
                <a:effectLst/>
                <a:latin typeface="Arial"/>
                <a:ea typeface="Arial"/>
                <a:cs typeface="Arial"/>
                <a:sym typeface="Arial"/>
              </a:rPr>
              <a:t> in the Singularity Data Lake. Data tables are JSON- or CSV-formatted configuration files that contain details about objects such as users, assets, or software that might be missing from the raw logs themselves. The file(s) can be used as lookup tables that you reference within a </a:t>
            </a:r>
            <a:r>
              <a:rPr lang="en-US" sz="1100" b="0" i="0" u="none" strike="noStrike" cap="none" spc="0" dirty="0" err="1">
                <a:solidFill>
                  <a:srgbClr val="000000"/>
                </a:solidFill>
                <a:effectLst/>
                <a:latin typeface="Arial"/>
                <a:ea typeface="Arial"/>
                <a:cs typeface="Arial"/>
                <a:sym typeface="Arial"/>
              </a:rPr>
              <a:t>PowerQuery</a:t>
            </a:r>
            <a:r>
              <a:rPr lang="en-US" sz="1100" b="0" i="0" u="none" strike="noStrike" cap="none" spc="0" dirty="0">
                <a:solidFill>
                  <a:srgbClr val="000000"/>
                </a:solidFill>
                <a:effectLst/>
                <a:latin typeface="Arial"/>
                <a:ea typeface="Arial"/>
                <a:cs typeface="Arial"/>
                <a:sym typeface="Arial"/>
              </a:rPr>
              <a:t> to enrich the results with human-meaningful context. For example, an analyst might join </a:t>
            </a:r>
            <a:r>
              <a:rPr lang="en-US" sz="1100" b="0" i="0" u="none" strike="noStrike" cap="none" spc="0" dirty="0" err="1">
                <a:solidFill>
                  <a:srgbClr val="000000"/>
                </a:solidFill>
                <a:effectLst/>
                <a:latin typeface="Arial"/>
                <a:ea typeface="Arial"/>
                <a:cs typeface="Arial"/>
                <a:sym typeface="Arial"/>
              </a:rPr>
              <a:t>PowerQuery</a:t>
            </a:r>
            <a:r>
              <a:rPr lang="en-US" sz="1100" b="0" i="0" u="none" strike="noStrike" cap="none" spc="0" dirty="0">
                <a:solidFill>
                  <a:srgbClr val="000000"/>
                </a:solidFill>
                <a:effectLst/>
                <a:latin typeface="Arial"/>
                <a:ea typeface="Arial"/>
                <a:cs typeface="Arial"/>
                <a:sym typeface="Arial"/>
              </a:rPr>
              <a:t> results to a user information data table to add useful details about users, such as manager names, phone numbers, email addresses, office locations, and employment status. Likewise, an asset data table might include useful details about protected assets not contained in your log data, like OS builds, physical locations, serial numbers, and so on.</a:t>
            </a:r>
          </a:p>
          <a:p>
            <a:pPr marL="158750" indent="0">
              <a:buNone/>
            </a:pPr>
            <a:endParaRPr lang="en-US" sz="1100" b="0" i="0" u="none" strike="noStrike" cap="none" spc="0" dirty="0">
              <a:solidFill>
                <a:srgbClr val="000000"/>
              </a:solidFill>
              <a:effectLst/>
              <a:latin typeface="Arial"/>
              <a:cs typeface="Arial"/>
              <a:sym typeface="Arial"/>
            </a:endParaRPr>
          </a:p>
          <a:p>
            <a:pPr marL="158750" indent="0">
              <a:buNone/>
            </a:pPr>
            <a:r>
              <a:rPr lang="en-US" sz="1100" b="0" i="0" u="none" strike="noStrike" cap="none" spc="0" dirty="0">
                <a:solidFill>
                  <a:srgbClr val="000000"/>
                </a:solidFill>
                <a:effectLst/>
                <a:latin typeface="Arial"/>
                <a:ea typeface="Arial"/>
                <a:cs typeface="Arial"/>
                <a:sym typeface="Arial"/>
              </a:rPr>
              <a:t>This context could be created manually, but it's more likely you'll automate the periodic collection of the attributes of interest by pulling from sources such as Active Directory, HR databases, Change and Configuration Management DBs, and so on. The files are then imported into the </a:t>
            </a:r>
            <a:r>
              <a:rPr lang="en-US" sz="1100" b="0" i="1" u="none" strike="noStrike" cap="none" spc="0" dirty="0">
                <a:solidFill>
                  <a:srgbClr val="000000"/>
                </a:solidFill>
                <a:effectLst/>
                <a:latin typeface="Arial"/>
                <a:ea typeface="Arial"/>
                <a:cs typeface="Arial"/>
                <a:sym typeface="Arial"/>
              </a:rPr>
              <a:t>custom data tables </a:t>
            </a:r>
            <a:r>
              <a:rPr lang="en-US" sz="1100" b="0" i="0" u="none" strike="noStrike" cap="none" spc="0" dirty="0">
                <a:solidFill>
                  <a:srgbClr val="000000"/>
                </a:solidFill>
                <a:effectLst/>
                <a:latin typeface="Arial"/>
                <a:ea typeface="Arial"/>
                <a:cs typeface="Arial"/>
                <a:sym typeface="Arial"/>
              </a:rPr>
              <a:t>data store in AI SIEM.</a:t>
            </a:r>
          </a:p>
          <a:p>
            <a:pPr marL="158750" indent="0">
              <a:buNone/>
            </a:pPr>
            <a:endParaRPr lang="en-US" sz="1100" b="0" i="0" u="none" strike="noStrike" cap="none" spc="0" dirty="0">
              <a:solidFill>
                <a:srgbClr val="000000"/>
              </a:solidFill>
              <a:effectLst/>
              <a:latin typeface="Arial"/>
              <a:cs typeface="Arial"/>
              <a:sym typeface="Arial"/>
            </a:endParaRPr>
          </a:p>
          <a:p>
            <a:pPr marL="158750" indent="0">
              <a:buNone/>
            </a:pPr>
            <a:r>
              <a:rPr lang="en-US" sz="1100" b="0" i="0" u="none" strike="noStrike" cap="none" spc="0" dirty="0">
                <a:solidFill>
                  <a:srgbClr val="000000"/>
                </a:solidFill>
                <a:effectLst/>
                <a:latin typeface="Arial"/>
                <a:ea typeface="Arial"/>
                <a:cs typeface="Arial"/>
                <a:sym typeface="Arial"/>
              </a:rPr>
              <a:t>A few constraints to note: Each data table can be up to 150 MB in size. If you intend to use the table with </a:t>
            </a:r>
            <a:r>
              <a:rPr lang="en-US" sz="1100" b="0" i="1" u="none" strike="noStrike" cap="none" spc="0" dirty="0">
                <a:solidFill>
                  <a:srgbClr val="000000"/>
                </a:solidFill>
                <a:effectLst/>
                <a:latin typeface="Arial"/>
                <a:ea typeface="Arial"/>
                <a:cs typeface="Arial"/>
                <a:sym typeface="Arial"/>
              </a:rPr>
              <a:t>scheduled rules</a:t>
            </a:r>
            <a:r>
              <a:rPr lang="en-US" sz="1100" b="0" i="0" u="none" strike="noStrike" cap="none" spc="0" dirty="0">
                <a:solidFill>
                  <a:srgbClr val="000000"/>
                </a:solidFill>
                <a:effectLst/>
                <a:latin typeface="Arial"/>
                <a:ea typeface="Arial"/>
                <a:cs typeface="Arial"/>
                <a:sym typeface="Arial"/>
              </a:rPr>
              <a:t>, the table should not exceed 10,000 rows. JSON file names don't require an extension, but CSV files must include the </a:t>
            </a:r>
            <a:r>
              <a:rPr lang="en-US" sz="1100" b="1" i="0" u="none" strike="noStrike" cap="none" spc="0" dirty="0">
                <a:solidFill>
                  <a:srgbClr val="000000"/>
                </a:solidFill>
                <a:effectLst/>
                <a:latin typeface="Arial"/>
                <a:ea typeface="Arial"/>
                <a:cs typeface="Arial"/>
                <a:sym typeface="Arial"/>
              </a:rPr>
              <a:t>.csv</a:t>
            </a:r>
            <a:r>
              <a:rPr lang="en-US" sz="1100" b="0" i="0" u="none" strike="noStrike" cap="none" spc="0" dirty="0">
                <a:solidFill>
                  <a:srgbClr val="000000"/>
                </a:solidFill>
                <a:effectLst/>
                <a:latin typeface="Arial"/>
                <a:ea typeface="Arial"/>
                <a:cs typeface="Arial"/>
                <a:sym typeface="Arial"/>
              </a:rPr>
              <a:t> extension.</a:t>
            </a:r>
            <a:endParaRPr lang="en-US" dirty="0"/>
          </a:p>
        </p:txBody>
      </p:sp>
    </p:spTree>
    <p:extLst>
      <p:ext uri="{BB962C8B-B14F-4D97-AF65-F5344CB8AC3E}">
        <p14:creationId xmlns:p14="http://schemas.microsoft.com/office/powerpoint/2010/main" val="26631307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sz="1100" b="0" i="0" u="none" strike="noStrike" cap="none" spc="0" dirty="0">
                <a:solidFill>
                  <a:srgbClr val="000000"/>
                </a:solidFill>
                <a:effectLst/>
                <a:latin typeface="Arial"/>
                <a:ea typeface="Arial"/>
                <a:cs typeface="Arial"/>
                <a:sym typeface="Arial"/>
              </a:rPr>
              <a:t>After you've added a data table, you can then use the </a:t>
            </a:r>
            <a:r>
              <a:rPr lang="en-US" sz="1100" b="0" i="0" u="none" strike="noStrike" cap="none" spc="0" dirty="0" err="1">
                <a:solidFill>
                  <a:srgbClr val="000000"/>
                </a:solidFill>
                <a:effectLst/>
                <a:latin typeface="Arial"/>
                <a:ea typeface="Arial"/>
                <a:cs typeface="Arial"/>
                <a:sym typeface="Arial"/>
              </a:rPr>
              <a:t>PowerQuery</a:t>
            </a:r>
            <a:r>
              <a:rPr lang="en-US" sz="1100" b="0" i="0" u="none" strike="noStrike" cap="none" spc="0" dirty="0">
                <a:solidFill>
                  <a:srgbClr val="000000"/>
                </a:solidFill>
                <a:effectLst/>
                <a:latin typeface="Arial"/>
                <a:ea typeface="Arial"/>
                <a:cs typeface="Arial"/>
                <a:sym typeface="Arial"/>
              </a:rPr>
              <a:t> </a:t>
            </a:r>
            <a:r>
              <a:rPr lang="en-US" sz="1100" b="1" i="0" u="none" strike="noStrike" cap="none" spc="0" dirty="0">
                <a:solidFill>
                  <a:srgbClr val="000000"/>
                </a:solidFill>
                <a:effectLst/>
                <a:latin typeface="Arial"/>
                <a:ea typeface="Arial"/>
                <a:cs typeface="Arial"/>
                <a:sym typeface="Arial"/>
              </a:rPr>
              <a:t>lookup </a:t>
            </a:r>
            <a:r>
              <a:rPr lang="en-US" sz="1100" b="0" i="0" u="none" strike="noStrike" cap="none" spc="0" dirty="0">
                <a:solidFill>
                  <a:srgbClr val="000000"/>
                </a:solidFill>
                <a:effectLst/>
                <a:latin typeface="Arial"/>
                <a:ea typeface="Arial"/>
                <a:cs typeface="Arial"/>
                <a:sym typeface="Arial"/>
              </a:rPr>
              <a:t>command to specify columns from a data table and join them to your query. </a:t>
            </a:r>
            <a:r>
              <a:rPr lang="en-US" sz="1100" b="1" i="0" u="none" strike="noStrike" cap="none" spc="0" dirty="0">
                <a:solidFill>
                  <a:srgbClr val="000000"/>
                </a:solidFill>
                <a:effectLst/>
                <a:latin typeface="Arial"/>
                <a:ea typeface="Arial"/>
                <a:cs typeface="Arial"/>
                <a:sym typeface="Arial"/>
              </a:rPr>
              <a:t>Lookup </a:t>
            </a:r>
            <a:r>
              <a:rPr lang="en-US" sz="1100" b="0" i="0" u="none" strike="noStrike" cap="none" spc="0" dirty="0">
                <a:solidFill>
                  <a:srgbClr val="000000"/>
                </a:solidFill>
                <a:effectLst/>
                <a:latin typeface="Arial"/>
                <a:ea typeface="Arial"/>
                <a:cs typeface="Arial"/>
                <a:sym typeface="Arial"/>
              </a:rPr>
              <a:t>pulls one or more columns from the table defined after the </a:t>
            </a:r>
            <a:r>
              <a:rPr lang="en-US" sz="1100" b="1" i="0" u="none" strike="noStrike" cap="none" spc="0" dirty="0">
                <a:solidFill>
                  <a:srgbClr val="000000"/>
                </a:solidFill>
                <a:effectLst/>
                <a:latin typeface="Arial"/>
                <a:ea typeface="Arial"/>
                <a:cs typeface="Arial"/>
                <a:sym typeface="Arial"/>
              </a:rPr>
              <a:t>from </a:t>
            </a:r>
            <a:r>
              <a:rPr lang="en-US" sz="1100" b="0" i="0" u="none" strike="noStrike" cap="none" spc="0" dirty="0">
                <a:solidFill>
                  <a:srgbClr val="000000"/>
                </a:solidFill>
                <a:effectLst/>
                <a:latin typeface="Arial"/>
                <a:ea typeface="Arial"/>
                <a:cs typeface="Arial"/>
                <a:sym typeface="Arial"/>
              </a:rPr>
              <a:t>parameter. The </a:t>
            </a:r>
            <a:r>
              <a:rPr lang="en-US" sz="1100" b="1" i="0" u="none" strike="noStrike" cap="none" spc="0" dirty="0">
                <a:solidFill>
                  <a:srgbClr val="000000"/>
                </a:solidFill>
                <a:effectLst/>
                <a:latin typeface="Arial"/>
                <a:ea typeface="Arial"/>
                <a:cs typeface="Arial"/>
                <a:sym typeface="Arial"/>
              </a:rPr>
              <a:t>by </a:t>
            </a:r>
            <a:r>
              <a:rPr lang="en-US" sz="1100" b="0" i="0" u="none" strike="noStrike" cap="none" spc="0" dirty="0">
                <a:solidFill>
                  <a:srgbClr val="000000"/>
                </a:solidFill>
                <a:effectLst/>
                <a:latin typeface="Arial"/>
                <a:ea typeface="Arial"/>
                <a:cs typeface="Arial"/>
                <a:sym typeface="Arial"/>
              </a:rPr>
              <a:t>parameter identifies the key on which to join values.</a:t>
            </a:r>
            <a:endParaRPr lang="en-US" dirty="0"/>
          </a:p>
        </p:txBody>
      </p:sp>
    </p:spTree>
    <p:extLst>
      <p:ext uri="{BB962C8B-B14F-4D97-AF65-F5344CB8AC3E}">
        <p14:creationId xmlns:p14="http://schemas.microsoft.com/office/powerpoint/2010/main" val="31980021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E8B53-9B8F-76A4-3822-BA994EDAE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3C299-CF28-5899-FECD-725544742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3B780A-FD5E-EABB-A641-9CD5F5696A80}"/>
              </a:ext>
            </a:extLst>
          </p:cNvPr>
          <p:cNvSpPr>
            <a:spLocks noGrp="1"/>
          </p:cNvSpPr>
          <p:nvPr>
            <p:ph type="body" idx="1"/>
          </p:nvPr>
        </p:nvSpPr>
        <p:spPr/>
        <p:txBody>
          <a:bodyPr/>
          <a:lstStyle/>
          <a:p>
            <a:pPr marL="158750" indent="0">
              <a:buNone/>
            </a:pPr>
            <a:r>
              <a:rPr lang="en-US" dirty="0"/>
              <a:t>Note: When the data table is a left-side join as above, you need to select All Data.</a:t>
            </a:r>
          </a:p>
          <a:p>
            <a:pPr marL="158750" indent="0">
              <a:buNone/>
            </a:pPr>
            <a:endParaRPr lang="en-US" dirty="0"/>
          </a:p>
          <a:p>
            <a:pPr marL="158750" indent="0">
              <a:buNone/>
            </a:pPr>
            <a:r>
              <a:rPr lang="en-US" sz="1100" b="0" i="0" u="none" strike="noStrike" cap="none" spc="0" dirty="0">
                <a:solidFill>
                  <a:srgbClr val="000000"/>
                </a:solidFill>
                <a:effectLst/>
                <a:latin typeface="Arial"/>
                <a:ea typeface="Arial"/>
                <a:cs typeface="Arial"/>
                <a:sym typeface="Arial"/>
              </a:rPr>
              <a:t>Whereas the lookup command always treats the lookup table as the right table, dataset lets you bring the table in from the left, and the join returns all rows from the lookup table. Note that you must set | columns to use a lookup table column in the </a:t>
            </a:r>
            <a:r>
              <a:rPr lang="en-US" sz="1100" b="1" i="0" u="none" strike="noStrike" cap="none" spc="0" dirty="0">
                <a:solidFill>
                  <a:srgbClr val="000000"/>
                </a:solidFill>
                <a:effectLst/>
                <a:latin typeface="Arial"/>
                <a:ea typeface="Arial"/>
                <a:cs typeface="Arial"/>
                <a:sym typeface="Arial"/>
              </a:rPr>
              <a:t>on</a:t>
            </a:r>
            <a:r>
              <a:rPr lang="en-US" sz="1100" b="0" i="0" u="none" strike="noStrike" cap="none" spc="0" dirty="0">
                <a:solidFill>
                  <a:srgbClr val="000000"/>
                </a:solidFill>
                <a:effectLst/>
                <a:latin typeface="Arial"/>
                <a:ea typeface="Arial"/>
                <a:cs typeface="Arial"/>
                <a:sym typeface="Arial"/>
              </a:rPr>
              <a:t> clause of the join.</a:t>
            </a:r>
          </a:p>
          <a:p>
            <a:pPr marL="158750" indent="0">
              <a:buNone/>
            </a:pPr>
            <a:endParaRPr lang="en-US" sz="1100" b="0" i="0" u="none" strike="noStrike" cap="none" spc="0" dirty="0">
              <a:solidFill>
                <a:srgbClr val="000000"/>
              </a:solidFill>
              <a:effectLst/>
              <a:latin typeface="Arial"/>
              <a:cs typeface="Arial"/>
              <a:sym typeface="Arial"/>
            </a:endParaRPr>
          </a:p>
          <a:p>
            <a:pPr marL="158750" indent="0">
              <a:buNone/>
            </a:pPr>
            <a:r>
              <a:rPr lang="en-US" sz="1100" b="0" i="0" u="none" strike="noStrike" cap="none" spc="0" dirty="0">
                <a:solidFill>
                  <a:srgbClr val="000000"/>
                </a:solidFill>
                <a:effectLst/>
                <a:latin typeface="Arial"/>
                <a:cs typeface="Arial"/>
                <a:sym typeface="Arial"/>
              </a:rPr>
              <a:t>Above example: Give me all users with the manager William Riker in the data table. Of those, pull the user’s Title, Department, email address, and registered country.</a:t>
            </a:r>
          </a:p>
          <a:p>
            <a:pPr marL="158750" indent="0">
              <a:buNone/>
            </a:pPr>
            <a:endParaRPr lang="en-US" sz="1100" b="0" i="0" u="none" strike="noStrike" cap="none" spc="0" dirty="0">
              <a:solidFill>
                <a:srgbClr val="000000"/>
              </a:solidFill>
              <a:effectLst/>
              <a:latin typeface="Arial"/>
              <a:cs typeface="Arial"/>
              <a:sym typeface="Arial"/>
            </a:endParaRPr>
          </a:p>
          <a:p>
            <a:pPr marL="158750" indent="0">
              <a:buNone/>
            </a:pPr>
            <a:r>
              <a:rPr lang="en-US" sz="1100" b="0" i="0" u="none" strike="noStrike" cap="none" spc="0" dirty="0">
                <a:solidFill>
                  <a:srgbClr val="000000"/>
                </a:solidFill>
                <a:effectLst/>
                <a:latin typeface="Arial"/>
                <a:cs typeface="Arial"/>
                <a:sym typeface="Arial"/>
              </a:rPr>
              <a:t>Second table, grab Okta events where the source country exists and is not US</a:t>
            </a:r>
          </a:p>
          <a:p>
            <a:pPr marL="158750" indent="0">
              <a:buNone/>
            </a:pPr>
            <a:endParaRPr lang="en-US" sz="1100" b="0" i="0" u="none" strike="noStrike" cap="none" spc="0" dirty="0">
              <a:solidFill>
                <a:srgbClr val="000000"/>
              </a:solidFill>
              <a:effectLst/>
              <a:latin typeface="Arial"/>
              <a:cs typeface="Arial"/>
              <a:sym typeface="Arial"/>
            </a:endParaRPr>
          </a:p>
          <a:p>
            <a:pPr marL="158750" indent="0">
              <a:buNone/>
            </a:pPr>
            <a:r>
              <a:rPr lang="en-US" sz="1100" b="0" i="0" u="none" strike="noStrike" cap="none" spc="0" dirty="0">
                <a:solidFill>
                  <a:srgbClr val="000000"/>
                </a:solidFill>
                <a:effectLst/>
                <a:latin typeface="Arial"/>
                <a:cs typeface="Arial"/>
                <a:sym typeface="Arial"/>
              </a:rPr>
              <a:t>Group the events by user and source activity country, and count them</a:t>
            </a:r>
          </a:p>
          <a:p>
            <a:pPr marL="158750" indent="0">
              <a:buNone/>
            </a:pPr>
            <a:endParaRPr lang="en-US" sz="1100" b="0" i="0" u="none" strike="noStrike" cap="none" spc="0" dirty="0">
              <a:solidFill>
                <a:srgbClr val="000000"/>
              </a:solidFill>
              <a:effectLst/>
              <a:latin typeface="Arial"/>
              <a:cs typeface="Arial"/>
              <a:sym typeface="Arial"/>
            </a:endParaRPr>
          </a:p>
          <a:p>
            <a:pPr marL="158750" indent="0">
              <a:buNone/>
            </a:pPr>
            <a:r>
              <a:rPr lang="en-US" sz="1100" b="0" i="0" u="none" strike="noStrike" cap="none" spc="0" dirty="0">
                <a:solidFill>
                  <a:srgbClr val="000000"/>
                </a:solidFill>
                <a:effectLst/>
                <a:latin typeface="Arial"/>
                <a:cs typeface="Arial"/>
                <a:sym typeface="Arial"/>
              </a:rPr>
              <a:t>Join the 2 tables on user’s email</a:t>
            </a:r>
            <a:endParaRPr lang="en-US" dirty="0"/>
          </a:p>
          <a:p>
            <a:pPr marL="158750" indent="0">
              <a:buNone/>
            </a:pPr>
            <a:endParaRPr lang="en-US" dirty="0"/>
          </a:p>
        </p:txBody>
      </p:sp>
    </p:spTree>
    <p:extLst>
      <p:ext uri="{BB962C8B-B14F-4D97-AF65-F5344CB8AC3E}">
        <p14:creationId xmlns:p14="http://schemas.microsoft.com/office/powerpoint/2010/main" val="12529443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B789-D7E2-5324-D300-079B594E8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B42B4-2E5A-8E31-95D1-3850B9CDB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3EB0C-FA7C-BC7B-2265-9AA16D55440E}"/>
              </a:ext>
            </a:extLst>
          </p:cNvPr>
          <p:cNvSpPr>
            <a:spLocks noGrp="1"/>
          </p:cNvSpPr>
          <p:nvPr>
            <p:ph type="body" idx="1"/>
          </p:nvPr>
        </p:nvSpPr>
        <p:spPr/>
        <p:txBody>
          <a:bodyPr/>
          <a:lstStyle/>
          <a:p>
            <a:pPr marL="158750" indent="0">
              <a:buNone/>
            </a:pPr>
            <a:r>
              <a:rPr lang="en-US" dirty="0"/>
              <a:t>Private Network Access is a Singularity Hyperautomation feature that lets the Hyperautomation platform securely trigger HTTP requests and SQL queries against resources sitting inside your private network (on-prem, a private cloud VPC, or any network not directly internet-reachable). It works through a dedicated Linux Agent (version 25.2.1+) that establishes an outbound secure connection from inside your network out to the Hyperautomation platform — nothing is opened inbound. When a workflow triggers an HTTP or SQL action targeting that private network, Hyperautomation sends the command down that existing tunnel to the agent, the agent executes it locally against the target resource, and the result is returned the same way.</a:t>
            </a:r>
          </a:p>
          <a:p>
            <a:pPr marL="158750" indent="0">
              <a:buNone/>
            </a:pPr>
            <a:endParaRPr lang="en-US" dirty="0"/>
          </a:p>
          <a:p>
            <a:pPr marL="158750" indent="0">
              <a:buNone/>
            </a:pPr>
            <a:endParaRPr lang="en-US" dirty="0"/>
          </a:p>
        </p:txBody>
      </p:sp>
    </p:spTree>
    <p:extLst>
      <p:ext uri="{BB962C8B-B14F-4D97-AF65-F5344CB8AC3E}">
        <p14:creationId xmlns:p14="http://schemas.microsoft.com/office/powerpoint/2010/main" val="12336336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A PNA-enabled Linux server sits at the center of the flow: it runs the S1 Agent with Private Network Access enabled, uses ldap3 to run read-only LDAPS queries against the on-prem Active Directory domain controller, and exposes that data through a local Python API. </a:t>
            </a:r>
          </a:p>
          <a:p>
            <a:pPr marL="158750" indent="0">
              <a:buNone/>
            </a:pPr>
            <a:endParaRPr lang="en-US" dirty="0"/>
          </a:p>
          <a:p>
            <a:pPr marL="158750" indent="0">
              <a:buNone/>
            </a:pPr>
            <a:r>
              <a:rPr lang="en-US" dirty="0"/>
              <a:t>The Linux server then reaches out over an outbound-only PNA tunnel to </a:t>
            </a:r>
            <a:r>
              <a:rPr lang="en-US" dirty="0" err="1"/>
              <a:t>SentinelOne's</a:t>
            </a:r>
            <a:r>
              <a:rPr lang="en-US" dirty="0"/>
              <a:t> SaaS console — nothing is ever initiated from the cloud side back into the on-prem network.</a:t>
            </a:r>
          </a:p>
          <a:p>
            <a:pPr marL="158750" indent="0">
              <a:buNone/>
            </a:pPr>
            <a:endParaRPr lang="en-US" dirty="0"/>
          </a:p>
          <a:p>
            <a:pPr marL="158750" indent="0">
              <a:buNone/>
            </a:pPr>
            <a:r>
              <a:rPr lang="en-US" dirty="0"/>
              <a:t>On the cloud side, a scheduled Hyperautomation workflow calls that API over PNA, transforms the response into the required schema, and writes it as JSON into an AI SIEM Custom Data Table in Singularity Data Lake, making the AD data available to enrich SIEM queries. </a:t>
            </a:r>
          </a:p>
        </p:txBody>
      </p:sp>
    </p:spTree>
    <p:extLst>
      <p:ext uri="{BB962C8B-B14F-4D97-AF65-F5344CB8AC3E}">
        <p14:creationId xmlns:p14="http://schemas.microsoft.com/office/powerpoint/2010/main" val="31762145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a:extLst>
            <a:ext uri="{FF2B5EF4-FFF2-40B4-BE49-F238E27FC236}">
              <a16:creationId xmlns:a16="http://schemas.microsoft.com/office/drawing/2014/main" id="{B893C8FB-258F-0521-8FE4-77E414508A7F}"/>
            </a:ext>
          </a:extLst>
        </p:cNvPr>
        <p:cNvGrpSpPr/>
        <p:nvPr/>
      </p:nvGrpSpPr>
      <p:grpSpPr>
        <a:xfrm>
          <a:off x="0" y="0"/>
          <a:ext cx="0" cy="0"/>
          <a:chOff x="0" y="0"/>
          <a:chExt cx="0" cy="0"/>
        </a:xfrm>
      </p:grpSpPr>
      <p:sp>
        <p:nvSpPr>
          <p:cNvPr id="1409" name="Google Shape;1409;p36:notes">
            <a:extLst>
              <a:ext uri="{FF2B5EF4-FFF2-40B4-BE49-F238E27FC236}">
                <a16:creationId xmlns:a16="http://schemas.microsoft.com/office/drawing/2014/main" id="{9858864D-E12E-90AD-EDBB-F5031D9E49BB}"/>
              </a:ext>
            </a:extLst>
          </p:cNvPr>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S1U/Shawn/Student Site ha-13309: Pull AD Info to Data Table </a:t>
            </a:r>
            <a:r>
              <a:rPr lang="en-US" b="0" dirty="0"/>
              <a:t>workflow. Requires HA PNA Data Tables Demo </a:t>
            </a:r>
            <a:r>
              <a:rPr lang="en-US" b="0" dirty="0" err="1"/>
              <a:t>Skytap</a:t>
            </a:r>
            <a:r>
              <a:rPr lang="en-US" b="0" dirty="0"/>
              <a:t> environment running. Make sure Windows Server 2016 is also running! https://cloud.skytap.com/configurations/222257376?section=vms&amp;sort=name&amp;thumbnails=shown</a:t>
            </a:r>
            <a:endParaRPr b="1" dirty="0"/>
          </a:p>
        </p:txBody>
      </p:sp>
      <p:sp>
        <p:nvSpPr>
          <p:cNvPr id="1410" name="Google Shape;1410;p36:notes">
            <a:extLst>
              <a:ext uri="{FF2B5EF4-FFF2-40B4-BE49-F238E27FC236}">
                <a16:creationId xmlns:a16="http://schemas.microsoft.com/office/drawing/2014/main" id="{FEFF446B-7733-9511-A167-B4B510A8BC0A}"/>
              </a:ext>
            </a:extLst>
          </p:cNvPr>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03091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CDEA-E32C-AD93-5D91-ECDF495EE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4DBDC-F98B-D0C8-1B9C-79E7CC28B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485CB-2876-47AA-9854-F2D1E78F3C19}"/>
              </a:ext>
            </a:extLst>
          </p:cNvPr>
          <p:cNvSpPr>
            <a:spLocks noGrp="1"/>
          </p:cNvSpPr>
          <p:nvPr>
            <p:ph type="body" idx="1"/>
          </p:nvPr>
        </p:nvSpPr>
        <p:spPr/>
        <p:txBody>
          <a:bodyPr/>
          <a:lstStyle/>
          <a:p>
            <a:pPr marL="158750" indent="0" fontAlgn="auto" latinLnBrk="0">
              <a:buNone/>
            </a:pPr>
            <a:r>
              <a:rPr lang="en-US" sz="1100" b="0" i="0" u="none" strike="noStrike" cap="none" spc="0" dirty="0">
                <a:solidFill>
                  <a:srgbClr val="000000"/>
                </a:solidFill>
                <a:effectLst/>
                <a:latin typeface="Arial"/>
                <a:ea typeface="Arial"/>
                <a:cs typeface="Arial"/>
                <a:sym typeface="Arial"/>
              </a:rPr>
              <a:t>Searching the Singularity Data Lake using Hyperautomation builds the foundation for your more mature automation and orchestration efforts throughout the platform. Example use cases include:</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lvl="0" fontAlgn="auto"/>
            <a:r>
              <a:rPr lang="en-US" sz="1100" b="1" i="0" u="none" strike="noStrike" cap="none" spc="0" dirty="0">
                <a:solidFill>
                  <a:srgbClr val="000000"/>
                </a:solidFill>
                <a:effectLst/>
                <a:latin typeface="Arial"/>
                <a:ea typeface="Arial"/>
                <a:cs typeface="Arial"/>
                <a:sym typeface="Arial"/>
              </a:rPr>
              <a:t>Scheduled threat hunts:</a:t>
            </a:r>
            <a:r>
              <a:rPr lang="en-US" sz="1100" b="0" i="0" u="none" strike="noStrike" cap="none" spc="0" dirty="0">
                <a:solidFill>
                  <a:srgbClr val="000000"/>
                </a:solidFill>
                <a:effectLst/>
                <a:latin typeface="Arial"/>
                <a:ea typeface="Arial"/>
                <a:cs typeface="Arial"/>
                <a:sym typeface="Arial"/>
              </a:rPr>
              <a:t> Proactively running </a:t>
            </a:r>
            <a:r>
              <a:rPr lang="en-US" sz="1100" b="0" i="0" u="none" strike="noStrike" cap="none" spc="0" dirty="0" err="1">
                <a:solidFill>
                  <a:srgbClr val="000000"/>
                </a:solidFill>
                <a:effectLst/>
                <a:latin typeface="Arial"/>
                <a:ea typeface="Arial"/>
                <a:cs typeface="Arial"/>
                <a:sym typeface="Arial"/>
              </a:rPr>
              <a:t>PowerQueries</a:t>
            </a:r>
            <a:r>
              <a:rPr lang="en-US" sz="1100" b="0" i="0" u="none" strike="noStrike" cap="none" spc="0" dirty="0">
                <a:solidFill>
                  <a:srgbClr val="000000"/>
                </a:solidFill>
                <a:effectLst/>
                <a:latin typeface="Arial"/>
                <a:ea typeface="Arial"/>
                <a:cs typeface="Arial"/>
                <a:sym typeface="Arial"/>
              </a:rPr>
              <a:t> on a schedule or on demand to hunt for hidden threats.</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lvl="0" fontAlgn="auto"/>
            <a:r>
              <a:rPr lang="en-US" sz="1100" b="1" i="0" u="none" strike="noStrike" cap="none" spc="0" dirty="0">
                <a:solidFill>
                  <a:srgbClr val="000000"/>
                </a:solidFill>
                <a:effectLst/>
                <a:latin typeface="Arial"/>
                <a:ea typeface="Arial"/>
                <a:cs typeface="Arial"/>
                <a:sym typeface="Arial"/>
              </a:rPr>
              <a:t>Complex detections:</a:t>
            </a:r>
            <a:r>
              <a:rPr lang="en-US" sz="1100" b="0" i="0" u="none" strike="noStrike" cap="none" spc="0" dirty="0">
                <a:solidFill>
                  <a:srgbClr val="000000"/>
                </a:solidFill>
                <a:effectLst/>
                <a:latin typeface="Arial"/>
                <a:ea typeface="Arial"/>
                <a:cs typeface="Arial"/>
                <a:sym typeface="Arial"/>
              </a:rPr>
              <a:t> Using an automated SDL search to do a "deep dive" on a particular asset and identifying geo-based anomalies and other suspicious IP patterns.</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lvl="0" fontAlgn="auto"/>
            <a:r>
              <a:rPr lang="en-US" sz="1100" b="1" i="0" u="none" strike="noStrike" cap="none" spc="0" dirty="0">
                <a:solidFill>
                  <a:srgbClr val="000000"/>
                </a:solidFill>
                <a:effectLst/>
                <a:latin typeface="Arial"/>
                <a:ea typeface="Arial"/>
                <a:cs typeface="Arial"/>
                <a:sym typeface="Arial"/>
              </a:rPr>
              <a:t>Context enrichments:</a:t>
            </a:r>
            <a:r>
              <a:rPr lang="en-US" sz="1100" b="0" i="0" u="none" strike="noStrike" cap="none" spc="0" dirty="0">
                <a:solidFill>
                  <a:srgbClr val="000000"/>
                </a:solidFill>
                <a:effectLst/>
                <a:latin typeface="Arial"/>
                <a:ea typeface="Arial"/>
                <a:cs typeface="Arial"/>
                <a:sym typeface="Arial"/>
              </a:rPr>
              <a:t> Triggering search(es) based on a unified alert, querying for related events, and enriching the alert with additional findings.</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lvl="0" fontAlgn="auto"/>
            <a:r>
              <a:rPr lang="en-US" sz="1100" b="1" i="0" u="none" strike="noStrike" cap="none" spc="0" dirty="0">
                <a:solidFill>
                  <a:srgbClr val="000000"/>
                </a:solidFill>
                <a:effectLst/>
                <a:latin typeface="Arial"/>
                <a:ea typeface="Arial"/>
                <a:cs typeface="Arial"/>
                <a:sym typeface="Arial"/>
              </a:rPr>
              <a:t>Custom reporting outside of the console:</a:t>
            </a:r>
            <a:r>
              <a:rPr lang="en-US" sz="1100" b="0" i="0" u="none" strike="noStrike" cap="none" spc="0" dirty="0">
                <a:solidFill>
                  <a:srgbClr val="000000"/>
                </a:solidFill>
                <a:effectLst/>
                <a:latin typeface="Arial"/>
                <a:ea typeface="Arial"/>
                <a:cs typeface="Arial"/>
                <a:sym typeface="Arial"/>
              </a:rPr>
              <a:t> Supplementing console reporting functionality with information pulled from the data lake.</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lvl="0" fontAlgn="auto"/>
            <a:r>
              <a:rPr lang="en-US" sz="1100" b="1" i="0" u="none" strike="noStrike" cap="none" spc="0" dirty="0">
                <a:solidFill>
                  <a:srgbClr val="000000"/>
                </a:solidFill>
                <a:effectLst/>
                <a:latin typeface="Arial"/>
                <a:ea typeface="Arial"/>
                <a:cs typeface="Arial"/>
                <a:sym typeface="Arial"/>
              </a:rPr>
              <a:t>Responding to console configuration change events:</a:t>
            </a:r>
            <a:r>
              <a:rPr lang="en-US" sz="1100" b="0" i="0" u="none" strike="noStrike" cap="none" spc="0" dirty="0">
                <a:solidFill>
                  <a:srgbClr val="000000"/>
                </a:solidFill>
                <a:effectLst/>
                <a:latin typeface="Arial"/>
                <a:ea typeface="Arial"/>
                <a:cs typeface="Arial"/>
                <a:sym typeface="Arial"/>
              </a:rPr>
              <a:t> Taking action based on console configurations logged in the Activity data feed.</a:t>
            </a:r>
          </a:p>
          <a:p>
            <a:pPr marL="158750" indent="0">
              <a:buNone/>
            </a:pPr>
            <a:endParaRPr lang="en-US" dirty="0"/>
          </a:p>
          <a:p>
            <a:pPr marL="158750" indent="0" fontAlgn="auto">
              <a:buNone/>
            </a:pPr>
            <a:r>
              <a:rPr lang="en-US" sz="1100" b="0" i="0" u="none" strike="noStrike" cap="none" spc="0" dirty="0">
                <a:solidFill>
                  <a:srgbClr val="000000"/>
                </a:solidFill>
                <a:effectLst/>
                <a:latin typeface="Arial"/>
                <a:ea typeface="Arial"/>
                <a:cs typeface="Arial"/>
                <a:sym typeface="Arial"/>
              </a:rPr>
              <a:t>The six actions in the screenshot above don't cover all Hyperautomation search functionality; there are many more actions for customizing search queries and working with the results. But typically, these are the core Hyperautomation search actions you'll encounter and use most often in your workflows.</a:t>
            </a:r>
          </a:p>
          <a:p>
            <a:pPr marL="158750" indent="0" fontAlgn="auto">
              <a:buNone/>
            </a:pPr>
            <a:endParaRPr lang="en-US" sz="1100" b="0" i="0" u="none" strike="noStrike" cap="none" spc="0" dirty="0">
              <a:solidFill>
                <a:srgbClr val="000000"/>
              </a:solidFill>
              <a:effectLst/>
              <a:latin typeface="Arial"/>
              <a:ea typeface="Arial"/>
              <a:cs typeface="Arial"/>
              <a:sym typeface="Arial"/>
            </a:endParaRPr>
          </a:p>
          <a:p>
            <a:pPr marL="158750" indent="0" fontAlgn="auto">
              <a:buNone/>
            </a:pPr>
            <a:r>
              <a:rPr lang="en-US" sz="1100" b="0" i="0" u="none" strike="noStrike" cap="none" spc="0" dirty="0">
                <a:solidFill>
                  <a:srgbClr val="000000"/>
                </a:solidFill>
                <a:effectLst/>
                <a:latin typeface="Arial"/>
                <a:ea typeface="Arial"/>
                <a:cs typeface="Arial"/>
                <a:sym typeface="Arial"/>
              </a:rPr>
              <a:t>Note that the actions are from three different integrations: </a:t>
            </a:r>
            <a:r>
              <a:rPr lang="en-US" sz="1100" b="1" i="0" u="none" strike="noStrike" cap="none" spc="0" dirty="0" err="1">
                <a:solidFill>
                  <a:srgbClr val="000000"/>
                </a:solidFill>
                <a:effectLst/>
                <a:latin typeface="Arial"/>
                <a:ea typeface="Arial"/>
                <a:cs typeface="Arial"/>
                <a:sym typeface="Arial"/>
              </a:rPr>
              <a:t>DataSet</a:t>
            </a:r>
            <a:r>
              <a:rPr lang="en-US" sz="1100" b="0" i="0" u="none" strike="noStrike" cap="none" spc="0" dirty="0">
                <a:solidFill>
                  <a:srgbClr val="000000"/>
                </a:solidFill>
                <a:effectLst/>
                <a:latin typeface="Arial"/>
                <a:ea typeface="Arial"/>
                <a:cs typeface="Arial"/>
                <a:sym typeface="Arial"/>
              </a:rPr>
              <a:t>, </a:t>
            </a:r>
            <a:r>
              <a:rPr lang="en-US" sz="1100" b="1" i="0" u="none" strike="noStrike" cap="none" spc="0" dirty="0">
                <a:solidFill>
                  <a:srgbClr val="000000"/>
                </a:solidFill>
                <a:effectLst/>
                <a:latin typeface="Arial"/>
                <a:ea typeface="Arial"/>
                <a:cs typeface="Arial"/>
                <a:sym typeface="Arial"/>
              </a:rPr>
              <a:t>SentinelOne</a:t>
            </a:r>
            <a:r>
              <a:rPr lang="en-US" sz="1100" b="0" i="0" u="none" strike="noStrike" cap="none" spc="0" dirty="0">
                <a:solidFill>
                  <a:srgbClr val="000000"/>
                </a:solidFill>
                <a:effectLst/>
                <a:latin typeface="Arial"/>
                <a:ea typeface="Arial"/>
                <a:cs typeface="Arial"/>
                <a:sym typeface="Arial"/>
              </a:rPr>
              <a:t>, and </a:t>
            </a:r>
            <a:r>
              <a:rPr lang="en-US" sz="1100" b="1" i="0" u="none" strike="noStrike" cap="none" spc="0" dirty="0">
                <a:solidFill>
                  <a:srgbClr val="000000"/>
                </a:solidFill>
                <a:effectLst/>
                <a:latin typeface="Arial"/>
                <a:ea typeface="Arial"/>
                <a:cs typeface="Arial"/>
                <a:sym typeface="Arial"/>
              </a:rPr>
              <a:t>SentinelOne SDL</a:t>
            </a:r>
            <a:r>
              <a:rPr lang="en-US" sz="1100" b="0" i="0" u="none" strike="noStrike" cap="none" spc="0" dirty="0">
                <a:solidFill>
                  <a:srgbClr val="000000"/>
                </a:solidFill>
                <a:effectLst/>
                <a:latin typeface="Arial"/>
                <a:ea typeface="Arial"/>
                <a:cs typeface="Arial"/>
                <a:sym typeface="Arial"/>
              </a:rPr>
              <a:t>.</a:t>
            </a:r>
          </a:p>
          <a:p>
            <a:pPr marL="158750" indent="0" fontAlgn="auto">
              <a:buNone/>
            </a:pPr>
            <a:endParaRPr lang="en-US" sz="1100" b="0" i="0" u="none" strike="noStrike" cap="none" spc="0" dirty="0">
              <a:solidFill>
                <a:srgbClr val="000000"/>
              </a:solidFill>
              <a:effectLst/>
              <a:latin typeface="Arial"/>
              <a:ea typeface="Arial"/>
              <a:cs typeface="Arial"/>
              <a:sym typeface="Arial"/>
            </a:endParaRPr>
          </a:p>
          <a:p>
            <a:pPr marL="158750" indent="0" fontAlgn="auto">
              <a:buNone/>
            </a:pPr>
            <a:r>
              <a:rPr lang="en-US" sz="1100" b="0" i="0" u="none" strike="noStrike" cap="none" spc="0" dirty="0">
                <a:solidFill>
                  <a:srgbClr val="000000"/>
                </a:solidFill>
                <a:effectLst/>
                <a:latin typeface="Arial"/>
                <a:ea typeface="Arial"/>
                <a:cs typeface="Arial"/>
                <a:sym typeface="Arial"/>
              </a:rPr>
              <a:t>The </a:t>
            </a:r>
            <a:r>
              <a:rPr lang="en-US" sz="1100" b="1" i="0" u="none" strike="noStrike" cap="none" spc="0" dirty="0" err="1">
                <a:solidFill>
                  <a:srgbClr val="000000"/>
                </a:solidFill>
                <a:effectLst/>
                <a:latin typeface="Arial"/>
                <a:ea typeface="Arial"/>
                <a:cs typeface="Arial"/>
                <a:sym typeface="Arial"/>
              </a:rPr>
              <a:t>DataSet</a:t>
            </a:r>
            <a:r>
              <a:rPr lang="en-US" sz="1100" b="1" i="0" u="none" strike="noStrike" cap="none" spc="0" dirty="0">
                <a:solidFill>
                  <a:srgbClr val="000000"/>
                </a:solidFill>
                <a:effectLst/>
                <a:latin typeface="Arial"/>
                <a:ea typeface="Arial"/>
                <a:cs typeface="Arial"/>
                <a:sym typeface="Arial"/>
              </a:rPr>
              <a:t> </a:t>
            </a:r>
            <a:r>
              <a:rPr lang="en-US" sz="1100" b="0" i="0" u="none" strike="noStrike" cap="none" spc="0" dirty="0">
                <a:solidFill>
                  <a:srgbClr val="000000"/>
                </a:solidFill>
                <a:effectLst/>
                <a:latin typeface="Arial"/>
                <a:ea typeface="Arial"/>
                <a:cs typeface="Arial"/>
                <a:sym typeface="Arial"/>
              </a:rPr>
              <a:t>actions use the legacy </a:t>
            </a:r>
            <a:r>
              <a:rPr lang="en-US" sz="1100" b="0" i="0" u="none" strike="noStrike" cap="none" spc="0" dirty="0" err="1">
                <a:solidFill>
                  <a:srgbClr val="000000"/>
                </a:solidFill>
                <a:effectLst/>
                <a:latin typeface="Arial"/>
                <a:ea typeface="Arial"/>
                <a:cs typeface="Arial"/>
                <a:sym typeface="Arial"/>
              </a:rPr>
              <a:t>DataSet</a:t>
            </a:r>
            <a:r>
              <a:rPr lang="en-US" sz="1100" b="0" i="0" u="none" strike="noStrike" cap="none" spc="0" dirty="0">
                <a:solidFill>
                  <a:srgbClr val="000000"/>
                </a:solidFill>
                <a:effectLst/>
                <a:latin typeface="Arial"/>
                <a:ea typeface="Arial"/>
                <a:cs typeface="Arial"/>
                <a:sym typeface="Arial"/>
              </a:rPr>
              <a:t>/</a:t>
            </a:r>
            <a:r>
              <a:rPr lang="en-US" sz="1100" b="0" i="0" u="none" strike="noStrike" cap="none" spc="0" dirty="0" err="1">
                <a:solidFill>
                  <a:srgbClr val="000000"/>
                </a:solidFill>
                <a:effectLst/>
                <a:latin typeface="Arial"/>
                <a:ea typeface="Arial"/>
                <a:cs typeface="Arial"/>
                <a:sym typeface="Arial"/>
              </a:rPr>
              <a:t>Scalyr</a:t>
            </a:r>
            <a:r>
              <a:rPr lang="en-US" sz="1100" b="0" i="0" u="none" strike="noStrike" cap="none" spc="0" dirty="0">
                <a:solidFill>
                  <a:srgbClr val="000000"/>
                </a:solidFill>
                <a:effectLst/>
                <a:latin typeface="Arial"/>
                <a:ea typeface="Arial"/>
                <a:cs typeface="Arial"/>
                <a:sym typeface="Arial"/>
              </a:rPr>
              <a:t> API and are not recommended for new workflows. Although the API supports SentinelOne Query Language version 2 (S1QL 2.0), the query runs synchronously: if the query takes more than 60 seconds, the connection will time out and be dropped.</a:t>
            </a:r>
          </a:p>
          <a:p>
            <a:pPr marL="158750" indent="0" fontAlgn="auto">
              <a:buNone/>
            </a:pPr>
            <a:endParaRPr lang="en-US" sz="1100" b="0" i="0" u="none" strike="noStrike" cap="none" spc="0" dirty="0">
              <a:solidFill>
                <a:srgbClr val="000000"/>
              </a:solidFill>
              <a:effectLst/>
              <a:latin typeface="Arial"/>
              <a:ea typeface="Arial"/>
              <a:cs typeface="Arial"/>
              <a:sym typeface="Arial"/>
            </a:endParaRPr>
          </a:p>
          <a:p>
            <a:pPr marL="158750" indent="0" fontAlgn="auto">
              <a:buNone/>
            </a:pPr>
            <a:r>
              <a:rPr lang="en-US" sz="1100" b="0" i="0" u="none" strike="noStrike" cap="none" spc="0" dirty="0">
                <a:solidFill>
                  <a:srgbClr val="000000"/>
                </a:solidFill>
                <a:effectLst/>
                <a:latin typeface="Arial"/>
                <a:ea typeface="Arial"/>
                <a:cs typeface="Arial"/>
                <a:sym typeface="Arial"/>
              </a:rPr>
              <a:t>Similarly, the </a:t>
            </a:r>
            <a:r>
              <a:rPr lang="en-US" sz="1100" b="1" i="0" u="none" strike="noStrike" cap="none" spc="0" dirty="0">
                <a:solidFill>
                  <a:srgbClr val="000000"/>
                </a:solidFill>
                <a:effectLst/>
                <a:latin typeface="Arial"/>
                <a:ea typeface="Arial"/>
                <a:cs typeface="Arial"/>
                <a:sym typeface="Arial"/>
              </a:rPr>
              <a:t>SentinelOne </a:t>
            </a:r>
            <a:r>
              <a:rPr lang="en-US" sz="1100" b="0" i="0" u="none" strike="noStrike" cap="none" spc="0" dirty="0">
                <a:solidFill>
                  <a:srgbClr val="000000"/>
                </a:solidFill>
                <a:effectLst/>
                <a:latin typeface="Arial"/>
                <a:ea typeface="Arial"/>
                <a:cs typeface="Arial"/>
                <a:sym typeface="Arial"/>
              </a:rPr>
              <a:t>actions also use a legacy API and should not be implemented for newer workflows. These actions are limited to the S1QL 1.0 query language, and the query results can return only Deep Visibility telemetry data, not full SDL logs.</a:t>
            </a:r>
          </a:p>
          <a:p>
            <a:pPr marL="158750" indent="0" fontAlgn="auto">
              <a:buNone/>
            </a:pPr>
            <a:endParaRPr lang="en-US" sz="1100" b="0" i="0" u="none" strike="noStrike" cap="none" spc="0" dirty="0">
              <a:solidFill>
                <a:srgbClr val="000000"/>
              </a:solidFill>
              <a:effectLst/>
              <a:latin typeface="Arial"/>
              <a:ea typeface="Arial"/>
              <a:cs typeface="Arial"/>
              <a:sym typeface="Arial"/>
            </a:endParaRPr>
          </a:p>
          <a:p>
            <a:pPr marL="158750" indent="0" fontAlgn="auto">
              <a:buNone/>
            </a:pPr>
            <a:r>
              <a:rPr lang="en-US" sz="1100" b="0" i="0" u="none" strike="noStrike" cap="none" spc="0" dirty="0">
                <a:solidFill>
                  <a:srgbClr val="000000"/>
                </a:solidFill>
                <a:effectLst/>
                <a:latin typeface="Arial"/>
                <a:ea typeface="Arial"/>
                <a:cs typeface="Arial"/>
                <a:sym typeface="Arial"/>
              </a:rPr>
              <a:t>Although the </a:t>
            </a:r>
            <a:r>
              <a:rPr lang="en-US" sz="1100" b="1" i="0" u="none" strike="noStrike" cap="none" spc="0" dirty="0">
                <a:solidFill>
                  <a:srgbClr val="000000"/>
                </a:solidFill>
                <a:effectLst/>
                <a:latin typeface="Arial"/>
                <a:ea typeface="Arial"/>
                <a:cs typeface="Arial"/>
                <a:sym typeface="Arial"/>
              </a:rPr>
              <a:t>SentinelOne SDL</a:t>
            </a:r>
            <a:r>
              <a:rPr lang="en-US" sz="1100" b="0" i="0" u="none" strike="noStrike" cap="none" spc="0" dirty="0">
                <a:solidFill>
                  <a:srgbClr val="000000"/>
                </a:solidFill>
                <a:effectLst/>
                <a:latin typeface="Arial"/>
                <a:ea typeface="Arial"/>
                <a:cs typeface="Arial"/>
                <a:sym typeface="Arial"/>
              </a:rPr>
              <a:t> Hyperautomation actions use a different URL, it's effectively just the same synchronous API call used by the </a:t>
            </a:r>
            <a:r>
              <a:rPr lang="en-US" sz="1100" b="0" i="0" u="none" strike="noStrike" cap="none" spc="0" dirty="0" err="1">
                <a:solidFill>
                  <a:srgbClr val="000000"/>
                </a:solidFill>
                <a:effectLst/>
                <a:latin typeface="Arial"/>
                <a:ea typeface="Arial"/>
                <a:cs typeface="Arial"/>
                <a:sym typeface="Arial"/>
              </a:rPr>
              <a:t>DataSet</a:t>
            </a:r>
            <a:r>
              <a:rPr lang="en-US" sz="1100" b="0" i="0" u="none" strike="noStrike" cap="none" spc="0" dirty="0">
                <a:solidFill>
                  <a:srgbClr val="000000"/>
                </a:solidFill>
                <a:effectLst/>
                <a:latin typeface="Arial"/>
                <a:ea typeface="Arial"/>
                <a:cs typeface="Arial"/>
                <a:sym typeface="Arial"/>
              </a:rPr>
              <a:t> actions described above.</a:t>
            </a:r>
          </a:p>
          <a:p>
            <a:pPr marL="158750" indent="0">
              <a:buNone/>
            </a:pPr>
            <a:endParaRPr lang="en-US" dirty="0"/>
          </a:p>
        </p:txBody>
      </p:sp>
    </p:spTree>
    <p:extLst>
      <p:ext uri="{BB962C8B-B14F-4D97-AF65-F5344CB8AC3E}">
        <p14:creationId xmlns:p14="http://schemas.microsoft.com/office/powerpoint/2010/main" val="37922067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fontAlgn="auto" latinLnBrk="0">
              <a:buNone/>
            </a:pPr>
            <a:r>
              <a:rPr lang="en-US" sz="1100" b="0" i="0" u="none" strike="noStrike" cap="none" spc="0" dirty="0">
                <a:solidFill>
                  <a:srgbClr val="000000"/>
                </a:solidFill>
                <a:effectLst/>
                <a:latin typeface="Arial"/>
                <a:ea typeface="Arial"/>
                <a:cs typeface="Arial"/>
                <a:sym typeface="Arial"/>
              </a:rPr>
              <a:t>SentinelOne has introduced Long-Running Queries (LRQs) to optimize your interactions with the underlying data lake search functionality. These Long-Running Queries have several key benefits:</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marL="615950" lvl="1" indent="0" fontAlgn="auto">
              <a:buNone/>
            </a:pPr>
            <a:r>
              <a:rPr lang="en-US" sz="1100" b="1" i="0" u="none" strike="noStrike" cap="none" spc="0" dirty="0">
                <a:solidFill>
                  <a:srgbClr val="000000"/>
                </a:solidFill>
                <a:effectLst/>
                <a:latin typeface="Arial"/>
                <a:ea typeface="Arial"/>
                <a:cs typeface="Arial"/>
                <a:sym typeface="Arial"/>
              </a:rPr>
              <a:t>Asynchronous operation:</a:t>
            </a:r>
            <a:r>
              <a:rPr lang="en-US" sz="1100" b="0" i="0" u="none" strike="noStrike" cap="none" spc="0" dirty="0">
                <a:solidFill>
                  <a:srgbClr val="000000"/>
                </a:solidFill>
                <a:effectLst/>
                <a:latin typeface="Arial"/>
                <a:ea typeface="Arial"/>
                <a:cs typeface="Arial"/>
                <a:sym typeface="Arial"/>
              </a:rPr>
              <a:t> LRQs are chunked into steps and processed by the backend without interrupting or blocking the API call, so they don't have the potential to time out like synchronous APIs can.</a:t>
            </a:r>
          </a:p>
          <a:p>
            <a:pPr marL="615950" lvl="1" indent="0" fontAlgn="auto">
              <a:buNone/>
            </a:pPr>
            <a:endParaRPr lang="en-US" sz="1100" b="0" i="0" u="none" strike="noStrike" cap="none" spc="0" dirty="0">
              <a:solidFill>
                <a:srgbClr val="000000"/>
              </a:solidFill>
              <a:effectLst/>
              <a:latin typeface="Arial"/>
              <a:ea typeface="Arial"/>
              <a:cs typeface="Arial"/>
              <a:sym typeface="Arial"/>
            </a:endParaRPr>
          </a:p>
          <a:p>
            <a:pPr marL="615950" lvl="1" indent="0" fontAlgn="auto">
              <a:buNone/>
            </a:pPr>
            <a:r>
              <a:rPr lang="en-US" sz="1100" b="1" i="0" u="none" strike="noStrike" cap="none" spc="0" dirty="0">
                <a:solidFill>
                  <a:srgbClr val="000000"/>
                </a:solidFill>
                <a:effectLst/>
                <a:latin typeface="Arial"/>
                <a:ea typeface="Arial"/>
                <a:cs typeface="Arial"/>
                <a:sym typeface="Arial"/>
              </a:rPr>
              <a:t>A single API endpoint for both Event Search and </a:t>
            </a:r>
            <a:r>
              <a:rPr lang="en-US" sz="1100" b="1" i="0" u="none" strike="noStrike" cap="none" spc="0" dirty="0" err="1">
                <a:solidFill>
                  <a:srgbClr val="000000"/>
                </a:solidFill>
                <a:effectLst/>
                <a:latin typeface="Arial"/>
                <a:ea typeface="Arial"/>
                <a:cs typeface="Arial"/>
                <a:sym typeface="Arial"/>
              </a:rPr>
              <a:t>PowerQuery</a:t>
            </a:r>
            <a:r>
              <a:rPr lang="en-US" sz="1100" b="1" i="0" u="none" strike="noStrike" cap="none" spc="0" dirty="0">
                <a:solidFill>
                  <a:srgbClr val="000000"/>
                </a:solidFill>
                <a:effectLst/>
                <a:latin typeface="Arial"/>
                <a:ea typeface="Arial"/>
                <a:cs typeface="Arial"/>
                <a:sym typeface="Arial"/>
              </a:rPr>
              <a:t> operations.</a:t>
            </a:r>
            <a:r>
              <a:rPr lang="en-US" sz="1100" b="0" i="0" u="none" strike="noStrike" cap="none" spc="0" dirty="0">
                <a:solidFill>
                  <a:srgbClr val="000000"/>
                </a:solidFill>
                <a:effectLst/>
                <a:latin typeface="Arial"/>
                <a:ea typeface="Arial"/>
                <a:cs typeface="Arial"/>
                <a:sym typeface="Arial"/>
              </a:rPr>
              <a:t> Rather than using separate endpoints for Event Search and </a:t>
            </a:r>
            <a:r>
              <a:rPr lang="en-US" sz="1100" b="0" i="0" u="none" strike="noStrike" cap="none" spc="0" dirty="0" err="1">
                <a:solidFill>
                  <a:srgbClr val="000000"/>
                </a:solidFill>
                <a:effectLst/>
                <a:latin typeface="Arial"/>
                <a:ea typeface="Arial"/>
                <a:cs typeface="Arial"/>
                <a:sym typeface="Arial"/>
              </a:rPr>
              <a:t>PowerQuery</a:t>
            </a:r>
            <a:r>
              <a:rPr lang="en-US" sz="1100" b="0" i="0" u="none" strike="noStrike" cap="none" spc="0" dirty="0">
                <a:solidFill>
                  <a:srgbClr val="000000"/>
                </a:solidFill>
                <a:effectLst/>
                <a:latin typeface="Arial"/>
                <a:ea typeface="Arial"/>
                <a:cs typeface="Arial"/>
                <a:sym typeface="Arial"/>
              </a:rPr>
              <a:t> calls, both operations use the same endpoint path: https://&lt;yourConsole&gt;.sentinelone.net/sdl/v2/api/queries. The parameters you include define the type of query and its logic.</a:t>
            </a:r>
          </a:p>
          <a:p>
            <a:pPr marL="615950" lvl="1" indent="0" fontAlgn="auto">
              <a:buNone/>
            </a:pPr>
            <a:endParaRPr lang="en-US" sz="1100" b="0" i="0" u="none" strike="noStrike" cap="none" spc="0" dirty="0">
              <a:solidFill>
                <a:srgbClr val="000000"/>
              </a:solidFill>
              <a:effectLst/>
              <a:latin typeface="Arial"/>
              <a:ea typeface="Arial"/>
              <a:cs typeface="Arial"/>
              <a:sym typeface="Arial"/>
            </a:endParaRPr>
          </a:p>
          <a:p>
            <a:pPr marL="615950" lvl="1" indent="0" fontAlgn="auto">
              <a:buNone/>
            </a:pPr>
            <a:r>
              <a:rPr lang="en-US" sz="1100" b="1" i="0" u="none" strike="noStrike" cap="none" spc="0" dirty="0">
                <a:solidFill>
                  <a:srgbClr val="000000"/>
                </a:solidFill>
                <a:effectLst/>
                <a:latin typeface="Arial"/>
                <a:ea typeface="Arial"/>
                <a:cs typeface="Arial"/>
                <a:sym typeface="Arial"/>
              </a:rPr>
              <a:t>Streamlined resource management. </a:t>
            </a:r>
            <a:r>
              <a:rPr lang="en-US" sz="1100" b="0" i="0" u="none" strike="noStrike" cap="none" spc="0" dirty="0">
                <a:solidFill>
                  <a:srgbClr val="000000"/>
                </a:solidFill>
                <a:effectLst/>
                <a:latin typeface="Arial"/>
                <a:ea typeface="Arial"/>
                <a:cs typeface="Arial"/>
                <a:sym typeface="Arial"/>
              </a:rPr>
              <a:t>The query and its results are cached by the platform for only a short window—30 seconds after the last ping—and the results and resources can easily be deleted via the API to free up resources immediately.</a:t>
            </a:r>
          </a:p>
          <a:p>
            <a:pPr marL="158750" indent="0">
              <a:buNone/>
            </a:pPr>
            <a:endParaRPr lang="en-US" dirty="0"/>
          </a:p>
        </p:txBody>
      </p:sp>
    </p:spTree>
    <p:extLst>
      <p:ext uri="{BB962C8B-B14F-4D97-AF65-F5344CB8AC3E}">
        <p14:creationId xmlns:p14="http://schemas.microsoft.com/office/powerpoint/2010/main" val="18044643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fontAlgn="auto" latinLnBrk="0">
              <a:buNone/>
            </a:pPr>
            <a:r>
              <a:rPr lang="en-US" sz="1100" b="0" i="0" u="none" strike="noStrike" cap="none" spc="0" dirty="0">
                <a:solidFill>
                  <a:srgbClr val="000000"/>
                </a:solidFill>
                <a:effectLst/>
                <a:latin typeface="Arial"/>
                <a:ea typeface="Arial"/>
                <a:cs typeface="Arial"/>
                <a:sym typeface="Arial"/>
              </a:rPr>
              <a:t>Beyond the API operations themselves, there are some fundamentals you'll need to take care of in order to work with LRQs in Hyperautomation.</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marL="158750" lvl="0" indent="0" fontAlgn="auto">
              <a:buNone/>
            </a:pPr>
            <a:r>
              <a:rPr lang="en-US" sz="1100" b="1" i="0" u="none" strike="noStrike" cap="none" spc="0" dirty="0">
                <a:solidFill>
                  <a:srgbClr val="000000"/>
                </a:solidFill>
                <a:effectLst/>
                <a:latin typeface="Arial"/>
                <a:ea typeface="Arial"/>
                <a:cs typeface="Arial"/>
                <a:sym typeface="Arial"/>
              </a:rPr>
              <a:t>1. Configure your Integration</a:t>
            </a:r>
            <a:r>
              <a:rPr lang="en-US" sz="1100" b="0" i="0" u="none" strike="noStrike" cap="none" spc="0" dirty="0">
                <a:solidFill>
                  <a:srgbClr val="000000"/>
                </a:solidFill>
                <a:effectLst/>
                <a:latin typeface="Arial"/>
                <a:ea typeface="Arial"/>
                <a:cs typeface="Arial"/>
                <a:sym typeface="Arial"/>
              </a:rPr>
              <a:t> – To interact with the Singularity Data Lake, you must configure an authenticated integration.</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a. </a:t>
            </a:r>
            <a:r>
              <a:rPr lang="en-US" sz="1100" b="0" i="0" u="none" strike="noStrike" cap="none" spc="0" dirty="0">
                <a:solidFill>
                  <a:srgbClr val="000000"/>
                </a:solidFill>
                <a:effectLst/>
                <a:latin typeface="Arial"/>
                <a:ea typeface="Arial"/>
                <a:cs typeface="Arial"/>
                <a:sym typeface="Arial"/>
              </a:rPr>
              <a:t>Create a </a:t>
            </a:r>
            <a:r>
              <a:rPr lang="en-US" sz="1100" b="1" i="0" u="none" strike="noStrike" cap="none" spc="0" dirty="0">
                <a:solidFill>
                  <a:srgbClr val="000000"/>
                </a:solidFill>
                <a:effectLst/>
                <a:latin typeface="Arial"/>
                <a:ea typeface="Arial"/>
                <a:cs typeface="Arial"/>
                <a:sym typeface="Arial"/>
              </a:rPr>
              <a:t>service user </a:t>
            </a:r>
            <a:r>
              <a:rPr lang="en-US" sz="1100" b="0" i="0" u="none" strike="noStrike" cap="none" spc="0" dirty="0">
                <a:solidFill>
                  <a:srgbClr val="000000"/>
                </a:solidFill>
                <a:effectLst/>
                <a:latin typeface="Arial"/>
                <a:ea typeface="Arial"/>
                <a:cs typeface="Arial"/>
                <a:sym typeface="Arial"/>
              </a:rPr>
              <a:t>with permissions to read the data lake logs and grab the </a:t>
            </a:r>
            <a:r>
              <a:rPr lang="en-US" sz="1100" b="1" i="0" u="none" strike="noStrike" cap="none" spc="0" dirty="0">
                <a:solidFill>
                  <a:srgbClr val="000000"/>
                </a:solidFill>
                <a:effectLst/>
                <a:latin typeface="Arial"/>
                <a:ea typeface="Arial"/>
                <a:cs typeface="Arial"/>
                <a:sym typeface="Arial"/>
              </a:rPr>
              <a:t>service token</a:t>
            </a:r>
            <a:r>
              <a:rPr lang="en-US" sz="1100" b="0" i="0" u="none" strike="noStrike" cap="none" spc="0" dirty="0">
                <a:solidFill>
                  <a:srgbClr val="000000"/>
                </a:solidFill>
                <a:effectLst/>
                <a:latin typeface="Arial"/>
                <a:ea typeface="Arial"/>
                <a:cs typeface="Arial"/>
                <a:sym typeface="Arial"/>
              </a:rPr>
              <a:t> to use for authentication.</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b.</a:t>
            </a:r>
            <a:r>
              <a:rPr lang="en-US" sz="1100" b="0" i="0" u="none" strike="noStrike" cap="none" spc="0" dirty="0">
                <a:solidFill>
                  <a:srgbClr val="000000"/>
                </a:solidFill>
                <a:effectLst/>
                <a:latin typeface="Arial"/>
                <a:ea typeface="Arial"/>
                <a:cs typeface="Arial"/>
                <a:sym typeface="Arial"/>
              </a:rPr>
              <a:t> Connection: Create a connection in Hyperautomation using the generated token and your specific console URL.</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marL="158750" lvl="0" indent="0" fontAlgn="auto">
              <a:buNone/>
            </a:pPr>
            <a:r>
              <a:rPr lang="en-US" sz="1100" b="1" i="0" u="none" strike="noStrike" cap="none" spc="0" dirty="0">
                <a:solidFill>
                  <a:srgbClr val="000000"/>
                </a:solidFill>
                <a:effectLst/>
                <a:latin typeface="Arial"/>
                <a:ea typeface="Arial"/>
                <a:cs typeface="Arial"/>
                <a:sym typeface="Arial"/>
              </a:rPr>
              <a:t>2. Configure the query body</a:t>
            </a:r>
            <a:r>
              <a:rPr lang="en-US" sz="1100" b="0" i="0" u="none" strike="noStrike" cap="none" spc="0" dirty="0">
                <a:solidFill>
                  <a:srgbClr val="000000"/>
                </a:solidFill>
                <a:effectLst/>
                <a:latin typeface="Arial"/>
                <a:ea typeface="Arial"/>
                <a:cs typeface="Arial"/>
                <a:sym typeface="Arial"/>
              </a:rPr>
              <a:t> – With the integration connected, you'll use the query body within the action to configure your search.</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a.</a:t>
            </a:r>
            <a:r>
              <a:rPr lang="en-US" sz="1100" b="0" i="0" u="none" strike="noStrike" cap="none" spc="0" dirty="0">
                <a:solidFill>
                  <a:srgbClr val="000000"/>
                </a:solidFill>
                <a:effectLst/>
                <a:latin typeface="Arial"/>
                <a:ea typeface="Arial"/>
                <a:cs typeface="Arial"/>
                <a:sym typeface="Arial"/>
              </a:rPr>
              <a:t> </a:t>
            </a:r>
            <a:r>
              <a:rPr lang="en-US" sz="1100" b="1" i="0" u="none" strike="noStrike" cap="none" spc="0" dirty="0" err="1">
                <a:solidFill>
                  <a:srgbClr val="000000"/>
                </a:solidFill>
                <a:effectLst/>
                <a:latin typeface="Arial"/>
                <a:ea typeface="Arial"/>
                <a:cs typeface="Arial"/>
                <a:sym typeface="Arial"/>
              </a:rPr>
              <a:t>queryType</a:t>
            </a:r>
            <a:r>
              <a:rPr lang="en-US" sz="1100" b="1" i="0" u="none" strike="noStrike" cap="none" spc="0" dirty="0">
                <a:solidFill>
                  <a:srgbClr val="000000"/>
                </a:solidFill>
                <a:effectLst/>
                <a:latin typeface="Arial"/>
                <a:ea typeface="Arial"/>
                <a:cs typeface="Arial"/>
                <a:sym typeface="Arial"/>
              </a:rPr>
              <a:t>:</a:t>
            </a:r>
            <a:r>
              <a:rPr lang="en-US" sz="1100" b="0" i="0" u="none" strike="noStrike" cap="none" spc="0" dirty="0">
                <a:solidFill>
                  <a:srgbClr val="000000"/>
                </a:solidFill>
                <a:effectLst/>
                <a:latin typeface="Arial"/>
                <a:ea typeface="Arial"/>
                <a:cs typeface="Arial"/>
                <a:sym typeface="Arial"/>
              </a:rPr>
              <a:t> either </a:t>
            </a:r>
            <a:r>
              <a:rPr lang="en-US" sz="1100" b="1" i="0" u="none" strike="noStrike" cap="none" spc="0" dirty="0">
                <a:solidFill>
                  <a:srgbClr val="000000"/>
                </a:solidFill>
                <a:effectLst/>
                <a:latin typeface="Arial"/>
                <a:ea typeface="Arial"/>
                <a:cs typeface="Arial"/>
                <a:sym typeface="Arial"/>
              </a:rPr>
              <a:t>LOG </a:t>
            </a:r>
            <a:r>
              <a:rPr lang="en-US" sz="1100" b="0" i="0" u="none" strike="noStrike" cap="none" spc="0" dirty="0">
                <a:solidFill>
                  <a:srgbClr val="000000"/>
                </a:solidFill>
                <a:effectLst/>
                <a:latin typeface="Arial"/>
                <a:ea typeface="Arial"/>
                <a:cs typeface="Arial"/>
                <a:sym typeface="Arial"/>
              </a:rPr>
              <a:t>for ordinary Event Searches or </a:t>
            </a:r>
            <a:r>
              <a:rPr lang="en-US" sz="1100" b="1" i="0" u="none" strike="noStrike" cap="none" spc="0" dirty="0">
                <a:solidFill>
                  <a:srgbClr val="000000"/>
                </a:solidFill>
                <a:effectLst/>
                <a:latin typeface="Arial"/>
                <a:ea typeface="Arial"/>
                <a:cs typeface="Arial"/>
                <a:sym typeface="Arial"/>
              </a:rPr>
              <a:t>PQ </a:t>
            </a:r>
            <a:r>
              <a:rPr lang="en-US" sz="1100" b="0" i="0" u="none" strike="noStrike" cap="none" spc="0" dirty="0">
                <a:solidFill>
                  <a:srgbClr val="000000"/>
                </a:solidFill>
                <a:effectLst/>
                <a:latin typeface="Arial"/>
                <a:ea typeface="Arial"/>
                <a:cs typeface="Arial"/>
                <a:sym typeface="Arial"/>
              </a:rPr>
              <a:t>for </a:t>
            </a:r>
            <a:r>
              <a:rPr lang="en-US" sz="1100" b="0" i="0" u="none" strike="noStrike" cap="none" spc="0" dirty="0" err="1">
                <a:solidFill>
                  <a:srgbClr val="000000"/>
                </a:solidFill>
                <a:effectLst/>
                <a:latin typeface="Arial"/>
                <a:ea typeface="Arial"/>
                <a:cs typeface="Arial"/>
                <a:sym typeface="Arial"/>
              </a:rPr>
              <a:t>PowerQueries</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b.</a:t>
            </a:r>
            <a:r>
              <a:rPr lang="en-US" sz="1100" b="0" i="0" u="none" strike="noStrike" cap="none" spc="0" dirty="0">
                <a:solidFill>
                  <a:srgbClr val="000000"/>
                </a:solidFill>
                <a:effectLst/>
                <a:latin typeface="Arial"/>
                <a:ea typeface="Arial"/>
                <a:cs typeface="Arial"/>
                <a:sym typeface="Arial"/>
              </a:rPr>
              <a:t> Time Range: You must specify a </a:t>
            </a:r>
            <a:r>
              <a:rPr lang="en-US" sz="1100" b="1" i="0" u="none" strike="noStrike" cap="none" spc="0" dirty="0" err="1">
                <a:solidFill>
                  <a:srgbClr val="000000"/>
                </a:solidFill>
                <a:effectLst/>
                <a:latin typeface="Arial"/>
                <a:ea typeface="Arial"/>
                <a:cs typeface="Arial"/>
                <a:sym typeface="Arial"/>
              </a:rPr>
              <a:t>startTime</a:t>
            </a:r>
            <a:r>
              <a:rPr lang="en-US" sz="1100" b="1" i="0" u="none" strike="noStrike" cap="none" spc="0" dirty="0">
                <a:solidFill>
                  <a:srgbClr val="000000"/>
                </a:solidFill>
                <a:effectLst/>
                <a:latin typeface="Arial"/>
                <a:ea typeface="Arial"/>
                <a:cs typeface="Arial"/>
                <a:sym typeface="Arial"/>
              </a:rPr>
              <a:t> </a:t>
            </a:r>
            <a:r>
              <a:rPr lang="en-US" sz="1100" b="0" i="0" u="none" strike="noStrike" cap="none" spc="0" dirty="0">
                <a:solidFill>
                  <a:srgbClr val="000000"/>
                </a:solidFill>
                <a:effectLst/>
                <a:latin typeface="Arial"/>
                <a:ea typeface="Arial"/>
                <a:cs typeface="Arial"/>
                <a:sym typeface="Arial"/>
              </a:rPr>
              <a:t>value (for example, "24h") and optionally an </a:t>
            </a:r>
            <a:r>
              <a:rPr lang="en-US" sz="1100" b="1" i="0" u="none" strike="noStrike" cap="none" spc="0" dirty="0" err="1">
                <a:solidFill>
                  <a:srgbClr val="000000"/>
                </a:solidFill>
                <a:effectLst/>
                <a:latin typeface="Arial"/>
                <a:ea typeface="Arial"/>
                <a:cs typeface="Arial"/>
                <a:sym typeface="Arial"/>
              </a:rPr>
              <a:t>endTime</a:t>
            </a:r>
            <a:r>
              <a:rPr lang="en-US" sz="1100" b="1" i="0" u="none" strike="noStrike" cap="none" spc="0" dirty="0">
                <a:solidFill>
                  <a:srgbClr val="000000"/>
                </a:solidFill>
                <a:effectLst/>
                <a:latin typeface="Arial"/>
                <a:ea typeface="Arial"/>
                <a:cs typeface="Arial"/>
                <a:sym typeface="Arial"/>
              </a:rPr>
              <a:t> </a:t>
            </a:r>
            <a:r>
              <a:rPr lang="en-US" sz="1100" b="0" i="0" u="none" strike="noStrike" cap="none" spc="0" dirty="0">
                <a:solidFill>
                  <a:srgbClr val="000000"/>
                </a:solidFill>
                <a:effectLst/>
                <a:latin typeface="Arial"/>
                <a:ea typeface="Arial"/>
                <a:cs typeface="Arial"/>
                <a:sym typeface="Arial"/>
              </a:rPr>
              <a:t>to scope your search</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c.</a:t>
            </a:r>
            <a:r>
              <a:rPr lang="en-US" sz="1100" b="0" i="0" u="none" strike="noStrike" cap="none" spc="0" dirty="0">
                <a:solidFill>
                  <a:srgbClr val="000000"/>
                </a:solidFill>
                <a:effectLst/>
                <a:latin typeface="Arial"/>
                <a:ea typeface="Arial"/>
                <a:cs typeface="Arial"/>
                <a:sym typeface="Arial"/>
              </a:rPr>
              <a:t> Dynamic Inputs: As always, you can inject values from previous workflow steps directly into the query string using curly brackets (for example, </a:t>
            </a:r>
            <a:r>
              <a:rPr lang="en-US" sz="1100" b="1" i="0" u="none" strike="noStrike" cap="none" spc="0" dirty="0">
                <a:solidFill>
                  <a:srgbClr val="000000"/>
                </a:solidFill>
                <a:effectLst/>
                <a:latin typeface="Arial"/>
                <a:ea typeface="Arial"/>
                <a:cs typeface="Arial"/>
                <a:sym typeface="Arial"/>
              </a:rPr>
              <a:t>endpoint.name = '{{</a:t>
            </a:r>
            <a:r>
              <a:rPr lang="en-US" sz="1100" b="1" i="0" u="none" strike="noStrike" cap="none" spc="0" dirty="0" err="1">
                <a:solidFill>
                  <a:srgbClr val="000000"/>
                </a:solidFill>
                <a:effectLst/>
                <a:latin typeface="Arial"/>
                <a:ea typeface="Arial"/>
                <a:cs typeface="Arial"/>
                <a:sym typeface="Arial"/>
              </a:rPr>
              <a:t>trigger.data.assetName</a:t>
            </a:r>
            <a:r>
              <a:rPr lang="en-US" sz="1100" b="1" i="0" u="none" strike="noStrike" cap="none" spc="0" dirty="0">
                <a:solidFill>
                  <a:srgbClr val="000000"/>
                </a:solidFill>
                <a:effectLst/>
                <a:latin typeface="Arial"/>
                <a:ea typeface="Arial"/>
                <a:cs typeface="Arial"/>
                <a:sym typeface="Arial"/>
              </a:rPr>
              <a:t>}}')</a:t>
            </a:r>
            <a:r>
              <a:rPr lang="en-US" sz="1100" b="0" i="0" u="none" strike="noStrike" cap="none" spc="0" dirty="0">
                <a:solidFill>
                  <a:srgbClr val="000000"/>
                </a:solidFill>
                <a:effectLst/>
                <a:latin typeface="Arial"/>
                <a:ea typeface="Arial"/>
                <a:cs typeface="Arial"/>
                <a:sym typeface="Arial"/>
              </a:rPr>
              <a:t>.</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marL="158750" lvl="0" indent="0" fontAlgn="auto">
              <a:buNone/>
            </a:pPr>
            <a:r>
              <a:rPr lang="en-US" sz="1100" b="1" i="0" u="none" strike="noStrike" cap="none" spc="0" dirty="0">
                <a:solidFill>
                  <a:srgbClr val="000000"/>
                </a:solidFill>
                <a:effectLst/>
                <a:latin typeface="Arial"/>
                <a:ea typeface="Arial"/>
                <a:cs typeface="Arial"/>
                <a:sym typeface="Arial"/>
              </a:rPr>
              <a:t>3. Handle and Transform Query Results</a:t>
            </a:r>
            <a:r>
              <a:rPr lang="en-US" sz="1100" b="0" i="0" u="none" strike="noStrike" cap="none" spc="0" dirty="0">
                <a:solidFill>
                  <a:srgbClr val="000000"/>
                </a:solidFill>
                <a:effectLst/>
                <a:latin typeface="Arial"/>
                <a:ea typeface="Arial"/>
                <a:cs typeface="Arial"/>
                <a:sym typeface="Arial"/>
              </a:rPr>
              <a:t> – Loop until the query is complete and collect the results.</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a.</a:t>
            </a:r>
            <a:r>
              <a:rPr lang="en-US" sz="1100" b="0" i="0" u="none" strike="noStrike" cap="none" spc="0" dirty="0">
                <a:solidFill>
                  <a:srgbClr val="000000"/>
                </a:solidFill>
                <a:effectLst/>
                <a:latin typeface="Arial"/>
                <a:ea typeface="Arial"/>
                <a:cs typeface="Arial"/>
                <a:sym typeface="Arial"/>
              </a:rPr>
              <a:t> To handle queries of any length runtime, you'll need to create a </a:t>
            </a:r>
            <a:r>
              <a:rPr lang="en-US" sz="1100" b="1" i="0" u="none" strike="noStrike" cap="none" spc="0" dirty="0">
                <a:solidFill>
                  <a:srgbClr val="000000"/>
                </a:solidFill>
                <a:effectLst/>
                <a:latin typeface="Arial"/>
                <a:ea typeface="Arial"/>
                <a:cs typeface="Arial"/>
                <a:sym typeface="Arial"/>
              </a:rPr>
              <a:t>Loop </a:t>
            </a:r>
            <a:r>
              <a:rPr lang="en-US" sz="1100" b="0" i="0" u="none" strike="noStrike" cap="none" spc="0" dirty="0">
                <a:solidFill>
                  <a:srgbClr val="000000"/>
                </a:solidFill>
                <a:effectLst/>
                <a:latin typeface="Arial"/>
                <a:ea typeface="Arial"/>
                <a:cs typeface="Arial"/>
                <a:sym typeface="Arial"/>
              </a:rPr>
              <a:t>action with a one-second delay and a "ping" operation (a status check on the query ID) that iterates until the results are complete. For standard Event Search queries that return more than 1,000 results, you can implement cursor-based pagination to fetch them all. See the </a:t>
            </a:r>
            <a:r>
              <a:rPr lang="en-US" sz="1100" b="0" i="1" u="none" strike="noStrike" cap="none" spc="0" dirty="0">
                <a:solidFill>
                  <a:srgbClr val="000000"/>
                </a:solidFill>
                <a:effectLst/>
                <a:latin typeface="Arial"/>
                <a:ea typeface="Arial"/>
                <a:cs typeface="Arial"/>
                <a:sym typeface="Arial"/>
              </a:rPr>
              <a:t>Hyperautomation Advanced Topics</a:t>
            </a:r>
            <a:r>
              <a:rPr lang="en-US" sz="1100" b="0" i="0" u="none" strike="noStrike" cap="none" spc="0" dirty="0">
                <a:solidFill>
                  <a:srgbClr val="000000"/>
                </a:solidFill>
                <a:effectLst/>
                <a:latin typeface="Arial"/>
                <a:ea typeface="Arial"/>
                <a:cs typeface="Arial"/>
                <a:sym typeface="Arial"/>
              </a:rPr>
              <a:t> course for pagination details and examples.</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b.</a:t>
            </a:r>
            <a:r>
              <a:rPr lang="en-US" sz="1100" b="0" i="0" u="none" strike="noStrike" cap="none" spc="0" dirty="0">
                <a:solidFill>
                  <a:srgbClr val="000000"/>
                </a:solidFill>
                <a:effectLst/>
                <a:latin typeface="Arial"/>
                <a:ea typeface="Arial"/>
                <a:cs typeface="Arial"/>
                <a:sym typeface="Arial"/>
              </a:rPr>
              <a:t> </a:t>
            </a:r>
            <a:r>
              <a:rPr lang="en-US" sz="1100" b="0" i="0" u="none" strike="noStrike" cap="none" spc="0" dirty="0" err="1">
                <a:solidFill>
                  <a:srgbClr val="000000"/>
                </a:solidFill>
                <a:effectLst/>
                <a:latin typeface="Arial"/>
                <a:ea typeface="Arial"/>
                <a:cs typeface="Arial"/>
                <a:sym typeface="Arial"/>
              </a:rPr>
              <a:t>PowerQueries</a:t>
            </a:r>
            <a:r>
              <a:rPr lang="en-US" sz="1100" b="0" i="0" u="none" strike="noStrike" cap="none" spc="0" dirty="0">
                <a:solidFill>
                  <a:srgbClr val="000000"/>
                </a:solidFill>
                <a:effectLst/>
                <a:latin typeface="Arial"/>
                <a:ea typeface="Arial"/>
                <a:cs typeface="Arial"/>
                <a:sym typeface="Arial"/>
              </a:rPr>
              <a:t> output data in separate "columns" and "values" arrays. Use the built-in </a:t>
            </a:r>
            <a:r>
              <a:rPr lang="en-US" sz="1100" b="1" i="0" u="none" strike="noStrike" cap="none" spc="0" dirty="0">
                <a:solidFill>
                  <a:srgbClr val="000000"/>
                </a:solidFill>
                <a:effectLst/>
                <a:latin typeface="Arial"/>
                <a:ea typeface="Arial"/>
                <a:cs typeface="Arial"/>
                <a:sym typeface="Arial"/>
              </a:rPr>
              <a:t>JQ()</a:t>
            </a:r>
            <a:r>
              <a:rPr lang="en-US" sz="1100" b="0" i="0" u="none" strike="noStrike" cap="none" spc="0" dirty="0">
                <a:solidFill>
                  <a:srgbClr val="000000"/>
                </a:solidFill>
                <a:effectLst/>
                <a:latin typeface="Arial"/>
                <a:ea typeface="Arial"/>
                <a:cs typeface="Arial"/>
                <a:sym typeface="Arial"/>
              </a:rPr>
              <a:t> and </a:t>
            </a:r>
            <a:r>
              <a:rPr lang="en-US" sz="1100" b="1" i="0" u="none" strike="noStrike" cap="none" spc="0" dirty="0">
                <a:solidFill>
                  <a:srgbClr val="000000"/>
                </a:solidFill>
                <a:effectLst/>
                <a:latin typeface="Arial"/>
                <a:ea typeface="Arial"/>
                <a:cs typeface="Arial"/>
                <a:sym typeface="Arial"/>
              </a:rPr>
              <a:t>MAP_TABLE()</a:t>
            </a:r>
            <a:r>
              <a:rPr lang="en-US" sz="1100" b="0" i="0" u="none" strike="noStrike" cap="none" spc="0" dirty="0">
                <a:solidFill>
                  <a:srgbClr val="000000"/>
                </a:solidFill>
                <a:effectLst/>
                <a:latin typeface="Arial"/>
                <a:ea typeface="Arial"/>
                <a:cs typeface="Arial"/>
                <a:sym typeface="Arial"/>
              </a:rPr>
              <a:t> functions to combine the results into a human-readable collection of JSON objects. We'll use these functions in the upcoming demonstration.</a:t>
            </a:r>
          </a:p>
          <a:p>
            <a:pPr marL="158750" lvl="0" indent="0" fontAlgn="auto">
              <a:buNone/>
            </a:pPr>
            <a:endParaRPr lang="en-US" sz="1100" b="0" i="0" u="none" strike="noStrike" cap="none" spc="0" dirty="0">
              <a:solidFill>
                <a:srgbClr val="000000"/>
              </a:solidFill>
              <a:effectLst/>
              <a:latin typeface="Arial"/>
              <a:ea typeface="Arial"/>
              <a:cs typeface="Arial"/>
              <a:sym typeface="Arial"/>
            </a:endParaRPr>
          </a:p>
          <a:p>
            <a:pPr marL="158750" lvl="0" indent="0" fontAlgn="auto">
              <a:buNone/>
            </a:pPr>
            <a:r>
              <a:rPr lang="en-US" sz="1100" b="1" i="0" u="none" strike="noStrike" cap="none" spc="0" dirty="0">
                <a:solidFill>
                  <a:srgbClr val="000000"/>
                </a:solidFill>
                <a:effectLst/>
                <a:latin typeface="Arial"/>
                <a:ea typeface="Arial"/>
                <a:cs typeface="Arial"/>
                <a:sym typeface="Arial"/>
              </a:rPr>
              <a:t>4. Iterate and Act on Data</a:t>
            </a:r>
            <a:r>
              <a:rPr lang="en-US" sz="1100" b="0" i="0" u="none" strike="noStrike" cap="none" spc="0" dirty="0">
                <a:solidFill>
                  <a:srgbClr val="000000"/>
                </a:solidFill>
                <a:effectLst/>
                <a:latin typeface="Arial"/>
                <a:ea typeface="Arial"/>
                <a:cs typeface="Arial"/>
                <a:sym typeface="Arial"/>
              </a:rPr>
              <a:t> – Once the search data is collected and formatted, you can automate actions based on the results, such as:</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a.</a:t>
            </a:r>
            <a:r>
              <a:rPr lang="en-US" sz="1100" b="0" i="0" u="none" strike="noStrike" cap="none" spc="0" dirty="0">
                <a:solidFill>
                  <a:srgbClr val="000000"/>
                </a:solidFill>
                <a:effectLst/>
                <a:latin typeface="Arial"/>
                <a:ea typeface="Arial"/>
                <a:cs typeface="Arial"/>
                <a:sym typeface="Arial"/>
              </a:rPr>
              <a:t> Looping: Use the Loop action to iterate through the rows of results (for example, a list of malicious IPs found by the query) to perform actions on each item individually.</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b.</a:t>
            </a:r>
            <a:r>
              <a:rPr lang="en-US" sz="1100" b="0" i="0" u="none" strike="noStrike" cap="none" spc="0" dirty="0">
                <a:solidFill>
                  <a:srgbClr val="000000"/>
                </a:solidFill>
                <a:effectLst/>
                <a:latin typeface="Arial"/>
                <a:ea typeface="Arial"/>
                <a:cs typeface="Arial"/>
                <a:sym typeface="Arial"/>
              </a:rPr>
              <a:t> Alerting and Enrichment: You can use the results to enrich existing alerts. For example, a workflow can trigger on a new alert, run a </a:t>
            </a:r>
            <a:r>
              <a:rPr lang="en-US" sz="1100" b="0" i="0" u="none" strike="noStrike" cap="none" spc="0" dirty="0" err="1">
                <a:solidFill>
                  <a:srgbClr val="000000"/>
                </a:solidFill>
                <a:effectLst/>
                <a:latin typeface="Arial"/>
                <a:ea typeface="Arial"/>
                <a:cs typeface="Arial"/>
                <a:sym typeface="Arial"/>
              </a:rPr>
              <a:t>PowerQuery</a:t>
            </a:r>
            <a:r>
              <a:rPr lang="en-US" sz="1100" b="0" i="0" u="none" strike="noStrike" cap="none" spc="0" dirty="0">
                <a:solidFill>
                  <a:srgbClr val="000000"/>
                </a:solidFill>
                <a:effectLst/>
                <a:latin typeface="Arial"/>
                <a:ea typeface="Arial"/>
                <a:cs typeface="Arial"/>
                <a:sym typeface="Arial"/>
              </a:rPr>
              <a:t> to find related network activity, and write those results back into the original alert as a Note using the SentinelOne integration.</a:t>
            </a:r>
            <a:br>
              <a:rPr lang="en-US" sz="1100" b="0" i="0" u="none" strike="noStrike" cap="none" spc="0" dirty="0">
                <a:solidFill>
                  <a:srgbClr val="000000"/>
                </a:solidFill>
                <a:effectLst/>
                <a:latin typeface="Arial"/>
                <a:ea typeface="Arial"/>
                <a:cs typeface="Arial"/>
                <a:sym typeface="Arial"/>
              </a:rPr>
            </a:br>
            <a:r>
              <a:rPr lang="en-US" sz="1100" b="1" i="0" u="none" strike="noStrike" cap="none" spc="0" dirty="0">
                <a:solidFill>
                  <a:srgbClr val="000000"/>
                </a:solidFill>
                <a:effectLst/>
                <a:latin typeface="Arial"/>
                <a:ea typeface="Arial"/>
                <a:cs typeface="Arial"/>
                <a:sym typeface="Arial"/>
              </a:rPr>
              <a:t>c. </a:t>
            </a:r>
            <a:r>
              <a:rPr lang="en-US" sz="1100" b="0" i="0" u="none" strike="noStrike" cap="none" spc="0" dirty="0">
                <a:solidFill>
                  <a:srgbClr val="000000"/>
                </a:solidFill>
                <a:effectLst/>
                <a:latin typeface="Arial"/>
                <a:ea typeface="Arial"/>
                <a:cs typeface="Arial"/>
                <a:sym typeface="Arial"/>
              </a:rPr>
              <a:t>Reporting: You can format the </a:t>
            </a:r>
            <a:r>
              <a:rPr lang="en-US" sz="1100" b="0" i="0" u="none" strike="noStrike" cap="none" spc="0" dirty="0" err="1">
                <a:solidFill>
                  <a:srgbClr val="000000"/>
                </a:solidFill>
                <a:effectLst/>
                <a:latin typeface="Arial"/>
                <a:ea typeface="Arial"/>
                <a:cs typeface="Arial"/>
                <a:sym typeface="Arial"/>
              </a:rPr>
              <a:t>PowerQuery</a:t>
            </a:r>
            <a:r>
              <a:rPr lang="en-US" sz="1100" b="0" i="0" u="none" strike="noStrike" cap="none" spc="0" dirty="0">
                <a:solidFill>
                  <a:srgbClr val="000000"/>
                </a:solidFill>
                <a:effectLst/>
                <a:latin typeface="Arial"/>
                <a:ea typeface="Arial"/>
                <a:cs typeface="Arial"/>
                <a:sym typeface="Arial"/>
              </a:rPr>
              <a:t> results into a string or table and send them via the Send Email action or post them to a Slack channel.</a:t>
            </a:r>
          </a:p>
          <a:p>
            <a:pPr marL="158750" indent="0">
              <a:buNone/>
            </a:pPr>
            <a:endParaRPr lang="en-US" dirty="0"/>
          </a:p>
        </p:txBody>
      </p:sp>
    </p:spTree>
    <p:extLst>
      <p:ext uri="{BB962C8B-B14F-4D97-AF65-F5344CB8AC3E}">
        <p14:creationId xmlns:p14="http://schemas.microsoft.com/office/powerpoint/2010/main" val="12893520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8">
          <a:extLst>
            <a:ext uri="{FF2B5EF4-FFF2-40B4-BE49-F238E27FC236}">
              <a16:creationId xmlns:a16="http://schemas.microsoft.com/office/drawing/2014/main" id="{8EB17561-5D91-CE7A-2340-6FBD86B1C6EF}"/>
            </a:ext>
          </a:extLst>
        </p:cNvPr>
        <p:cNvGrpSpPr/>
        <p:nvPr/>
      </p:nvGrpSpPr>
      <p:grpSpPr>
        <a:xfrm>
          <a:off x="0" y="0"/>
          <a:ext cx="0" cy="0"/>
          <a:chOff x="0" y="0"/>
          <a:chExt cx="0" cy="0"/>
        </a:xfrm>
      </p:grpSpPr>
      <p:sp>
        <p:nvSpPr>
          <p:cNvPr id="1409" name="Google Shape;1409;p36:notes">
            <a:extLst>
              <a:ext uri="{FF2B5EF4-FFF2-40B4-BE49-F238E27FC236}">
                <a16:creationId xmlns:a16="http://schemas.microsoft.com/office/drawing/2014/main" id="{AC1FDB3E-7BD5-D08F-C859-99092E0FEAF7}"/>
              </a:ext>
            </a:extLst>
          </p:cNvPr>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S1U/Shawn/Student Site ha-13309: Pull AD Info to Data Table </a:t>
            </a:r>
            <a:r>
              <a:rPr lang="en-US" b="0" dirty="0"/>
              <a:t>workflow. Requires HA PNA Data Tables Demo </a:t>
            </a:r>
            <a:r>
              <a:rPr lang="en-US" b="0" dirty="0" err="1"/>
              <a:t>Skytap</a:t>
            </a:r>
            <a:r>
              <a:rPr lang="en-US" b="0" dirty="0"/>
              <a:t> environment running. Make sure Windows Server 2016 is also running! https://cloud.skytap.com/configurations/222257376?section=vms&amp;sort=name&amp;thumbnails=shown</a:t>
            </a:r>
            <a:endParaRPr b="1" dirty="0"/>
          </a:p>
        </p:txBody>
      </p:sp>
      <p:sp>
        <p:nvSpPr>
          <p:cNvPr id="1410" name="Google Shape;1410;p36:notes">
            <a:extLst>
              <a:ext uri="{FF2B5EF4-FFF2-40B4-BE49-F238E27FC236}">
                <a16:creationId xmlns:a16="http://schemas.microsoft.com/office/drawing/2014/main" id="{56C26E12-FCFA-9EAB-2755-774A4A864289}"/>
              </a:ext>
            </a:extLst>
          </p:cNvPr>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5285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p41: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TOR Exit Nodes Inbound</a:t>
            </a:r>
            <a:r>
              <a:rPr lang="en-US" b="0" dirty="0">
                <a:latin typeface="Arial" panose="020B0604020202020204" pitchFamily="34" charset="0"/>
                <a:cs typeface="Arial" panose="020B0604020202020204" pitchFamily="34" charset="0"/>
              </a:rPr>
              <a:t> workflow can be found in the S1U console/Training: </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https://usea1-s1university.sentinelone.net/hyperautomation/workflow/6f0a4ac2-faa8-41dd-a8ea-7f2a5a87cf18/3bd369f1-2062-44eb-92ca-70fe2790149a?_scopeId=1706608756432300879&amp;_scopeLevel=account&amp;_categoryId=hyperautomation</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In demo, you can certainly iterate through a few loops to write the threat intel to the database. You could then use the API Hub with the Get IOCs endpoint to show that the IOC was written to the database. But remember, it can take up to 25 minutes before the new threat intel becomes active and surfaces as TI events in the data lake and/or Alert enrichments, so you can’t really show that side of things.</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1445" name="Google Shape;1445;p41: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p42: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latin typeface="Lato"/>
                <a:ea typeface="Lato"/>
                <a:cs typeface="Lato"/>
                <a:sym typeface="Lato"/>
              </a:rPr>
              <a:t>The </a:t>
            </a:r>
            <a:r>
              <a:rPr lang="en-US" sz="1100" b="1" dirty="0">
                <a:latin typeface="Lato"/>
                <a:ea typeface="Lato"/>
                <a:cs typeface="Lato"/>
                <a:sym typeface="Lato"/>
              </a:rPr>
              <a:t>Automated Threat Hunting with </a:t>
            </a:r>
            <a:r>
              <a:rPr lang="en-US" sz="1100" b="1" dirty="0" err="1">
                <a:latin typeface="Lato"/>
                <a:ea typeface="Lato"/>
                <a:cs typeface="Lato"/>
                <a:sym typeface="Lato"/>
              </a:rPr>
              <a:t>Alienvault</a:t>
            </a:r>
            <a:r>
              <a:rPr lang="en-US" sz="1100" dirty="0">
                <a:latin typeface="Lato"/>
                <a:ea typeface="Lato"/>
                <a:cs typeface="Lato"/>
                <a:sym typeface="Lato"/>
              </a:rPr>
              <a:t> workflow can be found in </a:t>
            </a:r>
            <a:r>
              <a:rPr lang="en-US" sz="1100" b="0" dirty="0">
                <a:latin typeface="Arial" panose="020B0604020202020204" pitchFamily="34" charset="0"/>
                <a:cs typeface="Arial" panose="020B0604020202020204" pitchFamily="34" charset="0"/>
              </a:rPr>
              <a:t>the S1U console/Training: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dirty="0">
                <a:latin typeface="Arial" panose="020B0604020202020204" pitchFamily="34" charset="0"/>
                <a:cs typeface="Arial" panose="020B0604020202020204" pitchFamily="34" charset="0"/>
              </a:rPr>
              <a:t>https://usea1-s1university.sentinelone.net/hyperautomation/workflow/c43784dc-f497-4014-bd76-8f0809e2727c/b162a956-c4db-405a-895f-d06997037c9c?_scopeId=1706608756432300879&amp;_scopeLevel=account&amp;_categoryId=hyperautomation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b="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0" dirty="0">
                <a:latin typeface="Arial" panose="020B0604020202020204" pitchFamily="34" charset="0"/>
                <a:cs typeface="Arial" panose="020B0604020202020204" pitchFamily="34" charset="0"/>
              </a:rPr>
              <a:t>Note that when dealing with results in a loop, the special </a:t>
            </a:r>
            <a:r>
              <a:rPr lang="en-US" sz="1100" b="1" dirty="0">
                <a:latin typeface="Arial" panose="020B0604020202020204" pitchFamily="34" charset="0"/>
                <a:cs typeface="Arial" panose="020B0604020202020204" pitchFamily="34" charset="0"/>
              </a:rPr>
              <a:t>item</a:t>
            </a:r>
            <a:r>
              <a:rPr lang="en-US" sz="1100" b="0" dirty="0">
                <a:latin typeface="Arial" panose="020B0604020202020204" pitchFamily="34" charset="0"/>
                <a:cs typeface="Arial" panose="020B0604020202020204" pitchFamily="34" charset="0"/>
              </a:rPr>
              <a:t> term is a reference to the data returned within the current iteration (in other words, “item” isn’t a reference to a key in the JSON itself; it’s used by Hyperautomation as a special term).</a:t>
            </a: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1452" name="Google Shape;1452;p42: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p:cNvGrpSpPr/>
        <p:nvPr/>
      </p:nvGrpSpPr>
      <p:grpSpPr>
        <a:xfrm>
          <a:off x="0" y="0"/>
          <a:ext cx="0" cy="0"/>
          <a:chOff x="0" y="0"/>
          <a:chExt cx="0" cy="0"/>
        </a:xfrm>
      </p:grpSpPr>
      <p:sp>
        <p:nvSpPr>
          <p:cNvPr id="1458" name="Google Shape;1458;p43: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Phishing Email Response </a:t>
            </a:r>
            <a:r>
              <a:rPr lang="en-US" b="0" dirty="0">
                <a:latin typeface="Arial" panose="020B0604020202020204" pitchFamily="34" charset="0"/>
                <a:cs typeface="Arial" panose="020B0604020202020204" pitchFamily="34" charset="0"/>
              </a:rPr>
              <a:t>workflow can be found in the Purple console/Shawn: </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https://usea1-purple.sentinelone.net/hyperautomation/workflow/71728677-c8da-4bbf-bd88-d6cb0ea4c2a6/0bac0969-b1ac-4688-abda-e50ad8eb1304?_scopeId=2122153722974915716&amp;_scopeLevel=account&amp;_categoryId=hyperautomation</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Unified Alert Management Ingest API: https://community.sentinelone.com/s/article/000009322</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b="0" dirty="0" err="1">
                <a:latin typeface="Arial" panose="020B0604020202020204" pitchFamily="34" charset="0"/>
                <a:cs typeface="Arial" panose="020B0604020202020204" pitchFamily="34" charset="0"/>
              </a:rPr>
              <a:t>Function.ACCESS_LIST_ITEM</a:t>
            </a:r>
            <a:r>
              <a:rPr lang="en-US" b="0" dirty="0">
                <a:latin typeface="Arial" panose="020B0604020202020204" pitchFamily="34" charset="0"/>
                <a:cs typeface="Arial" panose="020B0604020202020204" pitchFamily="34" charset="0"/>
              </a:rPr>
              <a:t> accesses a list item at a specific index</a:t>
            </a: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Function.BASE64_DECODE_AS_BYTES: Converts a Base64 string to its byte sequence</a:t>
            </a: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_______________________________________________________________________________________________</a:t>
            </a:r>
          </a:p>
          <a:p>
            <a:pPr marL="0" lvl="0" indent="0" algn="l" rtl="0">
              <a:lnSpc>
                <a:spcPct val="100000"/>
              </a:lnSpc>
              <a:spcBef>
                <a:spcPts val="0"/>
              </a:spcBef>
              <a:spcAft>
                <a:spcPts val="0"/>
              </a:spcAft>
              <a:buSzPts val="1400"/>
              <a:buNone/>
            </a:pPr>
            <a:r>
              <a:rPr lang="en-US" b="0" dirty="0">
                <a:latin typeface="Arial" panose="020B0604020202020204" pitchFamily="34" charset="0"/>
                <a:cs typeface="Arial" panose="020B0604020202020204" pitchFamily="34" charset="0"/>
              </a:rPr>
              <a:t>regex breakdown for </a:t>
            </a:r>
            <a:r>
              <a:rPr lang="en-US" b="1" dirty="0">
                <a:latin typeface="Arial" panose="020B0604020202020204" pitchFamily="34" charset="0"/>
                <a:cs typeface="Arial" panose="020B0604020202020204" pitchFamily="34" charset="0"/>
              </a:rPr>
              <a:t>&lt;(?P&lt;</a:t>
            </a:r>
            <a:r>
              <a:rPr lang="en-US" b="1" dirty="0" err="1">
                <a:latin typeface="Arial" panose="020B0604020202020204" pitchFamily="34" charset="0"/>
                <a:cs typeface="Arial" panose="020B0604020202020204" pitchFamily="34" charset="0"/>
              </a:rPr>
              <a:t>url</a:t>
            </a:r>
            <a:r>
              <a:rPr lang="en-US" b="1" dirty="0">
                <a:latin typeface="Arial" panose="020B0604020202020204" pitchFamily="34" charset="0"/>
                <a:cs typeface="Arial" panose="020B0604020202020204" pitchFamily="34" charset="0"/>
              </a:rPr>
              <a:t>&gt;https?:\/\/[^&gt;\s]+)&gt;</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&lt; &gt; literal opening and closing brackets</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 ) create a capture group</a:t>
            </a:r>
          </a:p>
          <a:p>
            <a:pPr marL="0" lvl="0" indent="0" algn="l" rtl="0">
              <a:lnSpc>
                <a:spcPct val="100000"/>
              </a:lnSpc>
              <a:spcBef>
                <a:spcPts val="0"/>
              </a:spcBef>
              <a:spcAft>
                <a:spcPts val="0"/>
              </a:spcAft>
              <a:buSzPts val="1400"/>
              <a:buFont typeface="Symbol" panose="05050102010706020507" pitchFamily="18" charset="2"/>
              <a:buNone/>
            </a:pPr>
            <a:r>
              <a:rPr lang="en-US" dirty="0"/>
              <a:t>?P&lt;</a:t>
            </a:r>
            <a:r>
              <a:rPr lang="en-US" dirty="0" err="1"/>
              <a:t>url</a:t>
            </a:r>
            <a:r>
              <a:rPr lang="en-US" dirty="0"/>
              <a:t>&gt; assigns the name “</a:t>
            </a:r>
            <a:r>
              <a:rPr lang="en-US" dirty="0" err="1"/>
              <a:t>url</a:t>
            </a:r>
            <a:r>
              <a:rPr lang="en-US" dirty="0"/>
              <a:t>” to the capture group</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https? matches both http and https</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 matches :// (escaping the forward slashes)</a:t>
            </a:r>
          </a:p>
          <a:p>
            <a:pPr marL="0" lvl="0" indent="0" algn="l" rtl="0">
              <a:lnSpc>
                <a:spcPct val="100000"/>
              </a:lnSpc>
              <a:spcBef>
                <a:spcPts val="0"/>
              </a:spcBef>
              <a:spcAft>
                <a:spcPts val="0"/>
              </a:spcAft>
              <a:buSzPts val="1400"/>
              <a:buFont typeface="Symbol" panose="05050102010706020507" pitchFamily="18" charset="2"/>
              <a:buNone/>
            </a:pPr>
            <a:r>
              <a:rPr lang="en-US" dirty="0">
                <a:latin typeface="Arial" panose="020B0604020202020204" pitchFamily="34" charset="0"/>
                <a:cs typeface="Arial" panose="020B0604020202020204" pitchFamily="34" charset="0"/>
              </a:rPr>
              <a:t>[ ] define a character set</a:t>
            </a:r>
          </a:p>
          <a:p>
            <a:pPr marL="0" lvl="0" indent="0" algn="l" rtl="0">
              <a:lnSpc>
                <a:spcPct val="100000"/>
              </a:lnSpc>
              <a:spcBef>
                <a:spcPts val="0"/>
              </a:spcBef>
              <a:spcAft>
                <a:spcPts val="0"/>
              </a:spcAft>
              <a:buSzPts val="1400"/>
              <a:buFont typeface="Symbol" panose="05050102010706020507" pitchFamily="18" charset="2"/>
              <a:buNone/>
            </a:pPr>
            <a:r>
              <a:rPr lang="en-US" sz="1100" b="0" i="0" u="none" strike="noStrike" cap="none" dirty="0">
                <a:solidFill>
                  <a:schemeClr val="dk1"/>
                </a:solidFill>
                <a:latin typeface="Arial"/>
                <a:ea typeface="Arial"/>
                <a:cs typeface="Arial"/>
                <a:sym typeface="Arial"/>
              </a:rPr>
              <a:t>^</a:t>
            </a:r>
            <a:r>
              <a:rPr lang="en-US" dirty="0"/>
              <a:t> at the start of the set means </a:t>
            </a:r>
            <a:r>
              <a:rPr lang="en-US" b="1" dirty="0"/>
              <a:t>"match any character </a:t>
            </a:r>
            <a:r>
              <a:rPr lang="en-US" b="1" i="1" dirty="0"/>
              <a:t>not</a:t>
            </a:r>
            <a:r>
              <a:rPr lang="en-US" b="1" dirty="0"/>
              <a:t> in this set“</a:t>
            </a:r>
          </a:p>
          <a:p>
            <a:pPr marL="0" lvl="0" indent="0" algn="l" rtl="0">
              <a:lnSpc>
                <a:spcPct val="100000"/>
              </a:lnSpc>
              <a:spcBef>
                <a:spcPts val="0"/>
              </a:spcBef>
              <a:spcAft>
                <a:spcPts val="0"/>
              </a:spcAft>
              <a:buSzPts val="1400"/>
              <a:buFont typeface="Wingdings" panose="05000000000000000000" pitchFamily="2" charset="2"/>
              <a:buNone/>
            </a:pPr>
            <a:r>
              <a:rPr lang="en-US" dirty="0"/>
              <a:t>&gt; means </a:t>
            </a:r>
            <a:r>
              <a:rPr lang="en-US" b="1" dirty="0"/>
              <a:t>do not match</a:t>
            </a:r>
            <a:r>
              <a:rPr lang="en-US" dirty="0"/>
              <a:t> the closing angle bracket.</a:t>
            </a:r>
          </a:p>
          <a:p>
            <a:pPr marL="0" lvl="0" indent="0" algn="l" rtl="0">
              <a:lnSpc>
                <a:spcPct val="100000"/>
              </a:lnSpc>
              <a:spcBef>
                <a:spcPts val="0"/>
              </a:spcBef>
              <a:spcAft>
                <a:spcPts val="0"/>
              </a:spcAft>
              <a:buSzPts val="1400"/>
              <a:buFont typeface="Wingdings" panose="05000000000000000000" pitchFamily="2" charset="2"/>
              <a:buNone/>
            </a:pPr>
            <a:r>
              <a:rPr lang="en-US" dirty="0"/>
              <a:t>\s means do not match any whitespace character</a:t>
            </a:r>
          </a:p>
          <a:p>
            <a:pPr marL="0" lvl="0" indent="0" algn="l" rtl="0">
              <a:lnSpc>
                <a:spcPct val="100000"/>
              </a:lnSpc>
              <a:spcBef>
                <a:spcPts val="0"/>
              </a:spcBef>
              <a:spcAft>
                <a:spcPts val="0"/>
              </a:spcAft>
              <a:buSzPts val="1400"/>
              <a:buFont typeface="Wingdings" panose="05000000000000000000" pitchFamily="2" charset="2"/>
              <a:buNone/>
            </a:pPr>
            <a:r>
              <a:rPr lang="en-US" sz="1100" b="0" i="0" u="none" strike="noStrike" cap="none" dirty="0">
                <a:solidFill>
                  <a:schemeClr val="dk1"/>
                </a:solidFill>
                <a:latin typeface="Arial"/>
                <a:ea typeface="Arial"/>
                <a:cs typeface="Arial"/>
                <a:sym typeface="Arial"/>
              </a:rPr>
              <a:t>+</a:t>
            </a:r>
            <a:r>
              <a:rPr lang="en-US" dirty="0"/>
              <a:t> means match the preceding character (or character set) </a:t>
            </a:r>
            <a:r>
              <a:rPr lang="en-US" b="1" dirty="0"/>
              <a:t>one or more times</a:t>
            </a:r>
            <a:endParaRPr lang="en-US" dirty="0"/>
          </a:p>
          <a:p>
            <a:pPr marL="0" lvl="0" indent="0" algn="l" rtl="0">
              <a:spcBef>
                <a:spcPts val="0"/>
              </a:spcBef>
              <a:spcAft>
                <a:spcPts val="0"/>
              </a:spcAft>
              <a:buNone/>
            </a:pPr>
            <a:endParaRPr dirty="0"/>
          </a:p>
        </p:txBody>
      </p:sp>
      <p:sp>
        <p:nvSpPr>
          <p:cNvPr id="1459" name="Google Shape;1459;p43: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4"/>
        <p:cNvGrpSpPr/>
        <p:nvPr/>
      </p:nvGrpSpPr>
      <p:grpSpPr>
        <a:xfrm>
          <a:off x="0" y="0"/>
          <a:ext cx="0" cy="0"/>
          <a:chOff x="0" y="0"/>
          <a:chExt cx="0" cy="0"/>
        </a:xfrm>
      </p:grpSpPr>
      <p:sp>
        <p:nvSpPr>
          <p:cNvPr id="1465" name="Google Shape;1465;p44: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2000" dirty="0">
                <a:latin typeface="Lato"/>
                <a:ea typeface="Lato"/>
                <a:cs typeface="Lato"/>
                <a:sym typeface="Lato"/>
              </a:rPr>
              <a:t>The </a:t>
            </a:r>
            <a:r>
              <a:rPr lang="en-US" sz="2000" b="1" dirty="0"/>
              <a:t>Quarantine Sandbox Endpoint</a:t>
            </a:r>
            <a:r>
              <a:rPr lang="en-US" sz="2000" dirty="0"/>
              <a:t> </a:t>
            </a:r>
            <a:r>
              <a:rPr lang="en-US" sz="2000" b="1" dirty="0"/>
              <a:t>Automatically </a:t>
            </a:r>
            <a:r>
              <a:rPr lang="en-US" sz="2000" dirty="0">
                <a:latin typeface="Lato"/>
                <a:ea typeface="Lato"/>
                <a:cs typeface="Lato"/>
                <a:sym typeface="Lato"/>
              </a:rPr>
              <a:t>workflow can be found in </a:t>
            </a:r>
            <a:r>
              <a:rPr lang="en-US" sz="2000" b="0" dirty="0">
                <a:latin typeface="Arial" panose="020B0604020202020204" pitchFamily="34" charset="0"/>
                <a:cs typeface="Arial" panose="020B0604020202020204" pitchFamily="34" charset="0"/>
              </a:rPr>
              <a:t>the S1U console/Training:</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2000" b="0" i="0" u="none" strike="noStrike" cap="none" dirty="0">
              <a:solidFill>
                <a:schemeClr val="dk1"/>
              </a:solidFill>
              <a:effectLst/>
              <a:latin typeface="Arial" panose="020B0604020202020204" pitchFamily="34" charset="0"/>
              <a:ea typeface="Arial"/>
              <a:cs typeface="Arial" panose="020B0604020202020204" pitchFamily="34" charset="0"/>
              <a:sym typeface="Arial"/>
            </a:endParaRPr>
          </a:p>
          <a:p>
            <a:pPr marL="457200" marR="0" lvl="0"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Overview Windows Sandbox abuse behavior (next slide)</a:t>
            </a:r>
          </a:p>
          <a:p>
            <a:pPr marL="457200" marR="0" lvl="0"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Talk through Quarantine Sandbox Endpoint Automatically workflow</a:t>
            </a:r>
          </a:p>
          <a:p>
            <a:pPr marL="914400" marR="0" lvl="1"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Quarantine Sandbox Endpoint Automatically should be </a:t>
            </a:r>
            <a:r>
              <a:rPr lang="en-US" sz="1814" b="1" i="0" u="none" strike="noStrike" cap="none" dirty="0">
                <a:solidFill>
                  <a:schemeClr val="dk1"/>
                </a:solidFill>
                <a:effectLst/>
                <a:latin typeface="Arial"/>
                <a:ea typeface="Arial"/>
                <a:cs typeface="Arial"/>
                <a:sym typeface="Arial"/>
              </a:rPr>
              <a:t>disabled</a:t>
            </a:r>
            <a:r>
              <a:rPr lang="en-US" sz="1814" b="0" i="0" u="none" strike="noStrike" cap="none" dirty="0">
                <a:solidFill>
                  <a:schemeClr val="dk1"/>
                </a:solidFill>
                <a:effectLst/>
                <a:latin typeface="Arial"/>
                <a:ea typeface="Arial"/>
                <a:cs typeface="Arial"/>
                <a:sym typeface="Arial"/>
              </a:rPr>
              <a:t> so that it doesn’t trigger automatically</a:t>
            </a:r>
          </a:p>
          <a:p>
            <a:pPr marL="914400" marR="0" lvl="1"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Show workflow</a:t>
            </a:r>
          </a:p>
          <a:p>
            <a:pPr marL="914400" marR="0" lvl="1"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Show Detections and talk through the Windows Sandbox Abuse Detection rule</a:t>
            </a:r>
          </a:p>
          <a:p>
            <a:pPr marL="914400" marR="0" lvl="1"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Show the triggered Windows Sandbox Abuse Detection alert</a:t>
            </a:r>
          </a:p>
          <a:p>
            <a:pPr marL="914400" marR="0" lvl="1"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Return to the workflow for walkthrough</a:t>
            </a:r>
          </a:p>
          <a:p>
            <a:pPr marL="1371600" marR="0" lvl="2"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Skip ahead to Disconnect Endpoint from Network</a:t>
            </a:r>
          </a:p>
          <a:p>
            <a:pPr marL="1371600" marR="0" lvl="2"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Show API</a:t>
            </a:r>
          </a:p>
          <a:p>
            <a:pPr marL="1828800" marR="0" lvl="3"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Show schema</a:t>
            </a:r>
          </a:p>
          <a:p>
            <a:pPr marL="1828800" marR="0" lvl="3"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Filter requirements: “ One of these filter arguments must be supplied: ids, </a:t>
            </a:r>
            <a:r>
              <a:rPr lang="en-US" sz="1814" b="0" i="0" u="none" strike="noStrike" cap="none" dirty="0" err="1">
                <a:solidFill>
                  <a:schemeClr val="dk1"/>
                </a:solidFill>
                <a:effectLst/>
                <a:latin typeface="Arial"/>
                <a:ea typeface="Arial"/>
                <a:cs typeface="Arial"/>
                <a:sym typeface="Arial"/>
              </a:rPr>
              <a:t>groupIds</a:t>
            </a:r>
            <a:r>
              <a:rPr lang="en-US" sz="1814" b="0" i="0" u="none" strike="noStrike" cap="none" dirty="0">
                <a:solidFill>
                  <a:schemeClr val="dk1"/>
                </a:solidFill>
                <a:effectLst/>
                <a:latin typeface="Arial"/>
                <a:ea typeface="Arial"/>
                <a:cs typeface="Arial"/>
                <a:sym typeface="Arial"/>
              </a:rPr>
              <a:t>, </a:t>
            </a:r>
            <a:r>
              <a:rPr lang="en-US" sz="1814" b="0" i="0" u="none" strike="noStrike" cap="none" dirty="0" err="1">
                <a:solidFill>
                  <a:schemeClr val="dk1"/>
                </a:solidFill>
                <a:effectLst/>
                <a:latin typeface="Arial"/>
                <a:ea typeface="Arial"/>
                <a:cs typeface="Arial"/>
                <a:sym typeface="Arial"/>
              </a:rPr>
              <a:t>filterId</a:t>
            </a:r>
            <a:r>
              <a:rPr lang="en-US" sz="1814" b="0" i="0" u="none" strike="noStrike" cap="none" dirty="0">
                <a:solidFill>
                  <a:schemeClr val="dk1"/>
                </a:solidFill>
                <a:effectLst/>
                <a:latin typeface="Arial"/>
                <a:ea typeface="Arial"/>
                <a:cs typeface="Arial"/>
                <a:sym typeface="Arial"/>
              </a:rPr>
              <a:t>.”</a:t>
            </a:r>
          </a:p>
          <a:p>
            <a:pPr marL="1371600" marR="0" lvl="3"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814" b="0" i="0" u="none" strike="noStrike" cap="none" dirty="0">
                <a:solidFill>
                  <a:schemeClr val="dk1"/>
                </a:solidFill>
                <a:effectLst/>
                <a:latin typeface="Arial"/>
                <a:ea typeface="Arial"/>
                <a:cs typeface="Arial"/>
                <a:sym typeface="Arial"/>
              </a:rPr>
              <a:t>	Problem is, the “id” field in the alert is the alert ID, not the agent ID. And I don’t want to filter on </a:t>
            </a:r>
            <a:r>
              <a:rPr lang="en-US" sz="1814" b="0" i="0" u="none" strike="noStrike" cap="none" dirty="0" err="1">
                <a:solidFill>
                  <a:schemeClr val="dk1"/>
                </a:solidFill>
                <a:effectLst/>
                <a:latin typeface="Arial"/>
                <a:ea typeface="Arial"/>
                <a:cs typeface="Arial"/>
                <a:sym typeface="Arial"/>
              </a:rPr>
              <a:t>groupID</a:t>
            </a:r>
            <a:r>
              <a:rPr lang="en-US" sz="1814" b="0" i="0" u="none" strike="noStrike" cap="none" dirty="0">
                <a:solidFill>
                  <a:schemeClr val="dk1"/>
                </a:solidFill>
                <a:effectLst/>
                <a:latin typeface="Arial"/>
                <a:ea typeface="Arial"/>
                <a:cs typeface="Arial"/>
                <a:sym typeface="Arial"/>
              </a:rPr>
              <a:t> (that would impact all members of the group). What I want is to identify the endpoint specifically by its UUID, but that’s not what the API is looking for…</a:t>
            </a:r>
          </a:p>
          <a:p>
            <a:pPr marL="1371600" marR="0" lvl="2"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Return to Get Agent by UUID block</a:t>
            </a:r>
          </a:p>
          <a:p>
            <a:pPr marL="1371600" marR="0" lvl="2"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1" i="0" u="none" strike="noStrike" cap="none" dirty="0">
                <a:solidFill>
                  <a:schemeClr val="dk1"/>
                </a:solidFill>
                <a:effectLst/>
                <a:latin typeface="Arial"/>
                <a:ea typeface="Arial"/>
                <a:cs typeface="Arial"/>
                <a:sym typeface="Arial"/>
              </a:rPr>
              <a:t>Consider showing the new </a:t>
            </a:r>
            <a:r>
              <a:rPr lang="en-US" sz="1814" b="1" i="0" u="none" strike="noStrike" cap="none" dirty="0" err="1">
                <a:solidFill>
                  <a:schemeClr val="dk1"/>
                </a:solidFill>
                <a:effectLst/>
                <a:latin typeface="Arial"/>
                <a:ea typeface="Arial"/>
                <a:cs typeface="Arial"/>
                <a:sym typeface="Arial"/>
              </a:rPr>
              <a:t>alertWithRawIndicators</a:t>
            </a:r>
            <a:r>
              <a:rPr lang="en-US" sz="1814" b="1" i="0" u="none" strike="noStrike" cap="none" dirty="0">
                <a:solidFill>
                  <a:schemeClr val="dk1"/>
                </a:solidFill>
                <a:effectLst/>
                <a:latin typeface="Arial"/>
                <a:ea typeface="Arial"/>
                <a:cs typeface="Arial"/>
                <a:sym typeface="Arial"/>
              </a:rPr>
              <a:t> </a:t>
            </a:r>
            <a:r>
              <a:rPr lang="en-US" sz="1814" b="1" i="0" u="none" strike="noStrike" cap="none" dirty="0" err="1">
                <a:solidFill>
                  <a:schemeClr val="dk1"/>
                </a:solidFill>
                <a:effectLst/>
                <a:latin typeface="Arial"/>
                <a:ea typeface="Arial"/>
                <a:cs typeface="Arial"/>
                <a:sym typeface="Arial"/>
              </a:rPr>
              <a:t>GraphQL</a:t>
            </a:r>
            <a:r>
              <a:rPr lang="en-US" sz="1814" b="1" i="0" u="none" strike="noStrike" cap="none" dirty="0">
                <a:solidFill>
                  <a:schemeClr val="dk1"/>
                </a:solidFill>
                <a:effectLst/>
                <a:latin typeface="Arial"/>
                <a:ea typeface="Arial"/>
                <a:cs typeface="Arial"/>
                <a:sym typeface="Arial"/>
              </a:rPr>
              <a:t> API. It also contains the agent ID</a:t>
            </a:r>
          </a:p>
          <a:p>
            <a:pPr marL="914400" marR="0" lvl="1"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Validate that the endpoint has been isolated</a:t>
            </a:r>
          </a:p>
          <a:p>
            <a:pPr marL="1371600" marR="0" lvl="2" indent="-457200" algn="l" defTabSz="914400" rtl="0" eaLnBrk="1" fontAlgn="auto" latinLnBrk="0" hangingPunct="1">
              <a:lnSpc>
                <a:spcPct val="100000"/>
              </a:lnSpc>
              <a:spcBef>
                <a:spcPts val="0"/>
              </a:spcBef>
              <a:spcAft>
                <a:spcPts val="0"/>
              </a:spcAft>
              <a:buClr>
                <a:srgbClr val="000000"/>
              </a:buClr>
              <a:buSzPts val="1400"/>
              <a:buFont typeface="Arial"/>
              <a:buAutoNum type="arabicPeriod"/>
              <a:tabLst/>
              <a:defRPr/>
            </a:pPr>
            <a:r>
              <a:rPr lang="en-US" sz="1814" b="0" i="0" u="none" strike="noStrike" cap="none" dirty="0">
                <a:solidFill>
                  <a:schemeClr val="dk1"/>
                </a:solidFill>
                <a:effectLst/>
                <a:latin typeface="Arial"/>
                <a:ea typeface="Arial"/>
                <a:cs typeface="Arial"/>
                <a:sym typeface="Arial"/>
              </a:rPr>
              <a:t>Take the endpoint out of network quarantine to prepare for the next demo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latin typeface="Arial" panose="020B0604020202020204" pitchFamily="34" charset="0"/>
              <a:cs typeface="Arial" panose="020B0604020202020204" pitchFamily="34" charset="0"/>
            </a:endParaRPr>
          </a:p>
          <a:p>
            <a:pPr marL="0" lvl="0" indent="0" algn="l" rtl="0">
              <a:spcBef>
                <a:spcPts val="0"/>
              </a:spcBef>
              <a:spcAft>
                <a:spcPts val="0"/>
              </a:spcAft>
              <a:buNone/>
            </a:pPr>
            <a:endParaRPr dirty="0"/>
          </a:p>
        </p:txBody>
      </p:sp>
      <p:sp>
        <p:nvSpPr>
          <p:cNvPr id="1466" name="Google Shape;1466;p44: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1"/>
        <p:cNvGrpSpPr/>
        <p:nvPr/>
      </p:nvGrpSpPr>
      <p:grpSpPr>
        <a:xfrm>
          <a:off x="0" y="0"/>
          <a:ext cx="0" cy="0"/>
          <a:chOff x="0" y="0"/>
          <a:chExt cx="0" cy="0"/>
        </a:xfrm>
      </p:grpSpPr>
      <p:sp>
        <p:nvSpPr>
          <p:cNvPr id="1472" name="Google Shape;1472;p45: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latin typeface="Arial" panose="020B0604020202020204" pitchFamily="34" charset="0"/>
                <a:cs typeface="Arial" panose="020B0604020202020204" pitchFamily="34" charset="0"/>
              </a:rPr>
              <a:t>From ITOCHU, a Japanese cybersecurity research company</a:t>
            </a:r>
          </a:p>
          <a:p>
            <a:pPr marL="0" lvl="0" indent="0" algn="l" rtl="0">
              <a:spcBef>
                <a:spcPts val="0"/>
              </a:spcBef>
              <a:spcAft>
                <a:spcPts val="0"/>
              </a:spcAft>
              <a:buNone/>
            </a:pPr>
            <a:endParaRPr dirty="0"/>
          </a:p>
        </p:txBody>
      </p:sp>
      <p:sp>
        <p:nvSpPr>
          <p:cNvPr id="1473" name="Google Shape;1473;p45: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9"/>
        <p:cNvGrpSpPr/>
        <p:nvPr/>
      </p:nvGrpSpPr>
      <p:grpSpPr>
        <a:xfrm>
          <a:off x="0" y="0"/>
          <a:ext cx="0" cy="0"/>
          <a:chOff x="0" y="0"/>
          <a:chExt cx="0" cy="0"/>
        </a:xfrm>
      </p:grpSpPr>
      <p:sp>
        <p:nvSpPr>
          <p:cNvPr id="1480" name="Google Shape;1480;p46: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Quarantine Sandbox Endpoint </a:t>
            </a:r>
            <a:r>
              <a:rPr lang="en-US" b="0" dirty="0">
                <a:latin typeface="Arial" panose="020B0604020202020204" pitchFamily="34" charset="0"/>
                <a:cs typeface="Arial" panose="020B0604020202020204" pitchFamily="34" charset="0"/>
              </a:rPr>
              <a:t>workflow can be found in the S1U console/Training: </a:t>
            </a:r>
          </a:p>
          <a:p>
            <a:pPr marL="0" lvl="0" indent="0" algn="l" rtl="0">
              <a:lnSpc>
                <a:spcPct val="100000"/>
              </a:lnSpc>
              <a:spcBef>
                <a:spcPts val="0"/>
              </a:spcBef>
              <a:spcAft>
                <a:spcPts val="0"/>
              </a:spcAft>
              <a:buSzPts val="1400"/>
              <a:buNone/>
            </a:pPr>
            <a:endParaRPr lang="en-US" b="0" dirty="0">
              <a:latin typeface="Arial" panose="020B0604020202020204" pitchFamily="34" charset="0"/>
              <a:cs typeface="Arial" panose="020B0604020202020204" pitchFamily="34" charset="0"/>
            </a:endParaRPr>
          </a:p>
          <a:p>
            <a:pPr marL="0" lvl="0" indent="0" algn="l" rtl="0">
              <a:lnSpc>
                <a:spcPct val="100000"/>
              </a:lnSpc>
              <a:spcBef>
                <a:spcPts val="0"/>
              </a:spcBef>
              <a:spcAft>
                <a:spcPts val="0"/>
              </a:spcAft>
              <a:buSzPts val="1400"/>
              <a:buNone/>
            </a:pPr>
            <a:r>
              <a:rPr lang="en-US" dirty="0">
                <a:latin typeface="Arial" panose="020B0604020202020204" pitchFamily="34" charset="0"/>
                <a:cs typeface="Arial" panose="020B0604020202020204" pitchFamily="34" charset="0"/>
              </a:rPr>
              <a:t>https://usea1-s1university.sentinelone.net/hyperautomation/workflow/ab4c0a85-4836-4cd7-80d9-75477e0b24a4/035671c0-5fed-43cb-ad0a-493611e6d6b6?_scopeId=1706608756432300879&amp;_scopeLevel=account&amp;_categoryId=hyperautomation</a:t>
            </a:r>
          </a:p>
          <a:p>
            <a:pPr marL="0" lvl="0" indent="0" algn="l" rtl="0">
              <a:spcBef>
                <a:spcPts val="0"/>
              </a:spcBef>
              <a:spcAft>
                <a:spcPts val="0"/>
              </a:spcAft>
              <a:buNone/>
            </a:pPr>
            <a:endParaRPr dirty="0"/>
          </a:p>
        </p:txBody>
      </p:sp>
      <p:sp>
        <p:nvSpPr>
          <p:cNvPr id="1481" name="Google Shape;1481;p46: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a:extLst>
            <a:ext uri="{FF2B5EF4-FFF2-40B4-BE49-F238E27FC236}">
              <a16:creationId xmlns:a16="http://schemas.microsoft.com/office/drawing/2014/main" id="{6573758A-45AD-9CF3-A4D6-2968FC3891F1}"/>
            </a:ext>
          </a:extLst>
        </p:cNvPr>
        <p:cNvGrpSpPr/>
        <p:nvPr/>
      </p:nvGrpSpPr>
      <p:grpSpPr>
        <a:xfrm>
          <a:off x="0" y="0"/>
          <a:ext cx="0" cy="0"/>
          <a:chOff x="0" y="0"/>
          <a:chExt cx="0" cy="0"/>
        </a:xfrm>
      </p:grpSpPr>
      <p:sp>
        <p:nvSpPr>
          <p:cNvPr id="1177" name="Google Shape;1177;p6:notes">
            <a:extLst>
              <a:ext uri="{FF2B5EF4-FFF2-40B4-BE49-F238E27FC236}">
                <a16:creationId xmlns:a16="http://schemas.microsoft.com/office/drawing/2014/main" id="{75BC53D4-5483-8223-6657-FB392DD64580}"/>
              </a:ext>
            </a:extLst>
          </p:cNvPr>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158750" indent="0">
              <a:buNone/>
            </a:pPr>
            <a:r>
              <a:rPr lang="en-US" i="1" dirty="0"/>
              <a:t>Spend a few minutes here talking them through the process:</a:t>
            </a:r>
          </a:p>
          <a:p>
            <a:endParaRPr lang="en-US" i="1" dirty="0"/>
          </a:p>
          <a:p>
            <a:pPr marL="685800" indent="-457200">
              <a:buAutoNum type="arabicPeriod"/>
            </a:pPr>
            <a:r>
              <a:rPr lang="en-US" i="1" dirty="0"/>
              <a:t>https://usea1-s1university.sentinelone.net</a:t>
            </a:r>
          </a:p>
          <a:p>
            <a:pPr marL="685800" indent="-457200">
              <a:buAutoNum type="arabicPeriod"/>
            </a:pPr>
            <a:r>
              <a:rPr lang="en-US" i="1" dirty="0"/>
              <a:t>Check your email for logon information.</a:t>
            </a:r>
          </a:p>
          <a:p>
            <a:pPr marL="685800" indent="-457200">
              <a:buAutoNum type="arabicPeriod"/>
            </a:pPr>
            <a:r>
              <a:rPr lang="en-US" i="1" dirty="0"/>
              <a:t>You will have to enroll in 2FA using an authenticator app</a:t>
            </a:r>
          </a:p>
          <a:p>
            <a:pPr marL="685800" indent="-457200">
              <a:buAutoNum type="arabicPeriod"/>
            </a:pPr>
            <a:r>
              <a:rPr lang="en-US" b="1" i="1" dirty="0"/>
              <a:t>Switch to Ops Center</a:t>
            </a:r>
          </a:p>
          <a:p>
            <a:pPr marL="685800" indent="-457200">
              <a:buAutoNum type="arabicPeriod"/>
            </a:pPr>
            <a:r>
              <a:rPr lang="en-US" i="1" dirty="0"/>
              <a:t>You’re an Admin in your site. You can explore the Hyperautomation feature and create your own workflows. You cannot see my workflows at the Account level; workflows created at a specific scope (e.g., Account) are only visible and usable within that scope. They do not propagate to Sites or Groups below the Account.</a:t>
            </a:r>
          </a:p>
          <a:p>
            <a:pPr marL="0" lvl="0" indent="0" algn="l" rtl="0">
              <a:spcBef>
                <a:spcPts val="0"/>
              </a:spcBef>
              <a:spcAft>
                <a:spcPts val="0"/>
              </a:spcAft>
              <a:buNone/>
            </a:pPr>
            <a:endParaRPr dirty="0"/>
          </a:p>
        </p:txBody>
      </p:sp>
      <p:sp>
        <p:nvSpPr>
          <p:cNvPr id="1178" name="Google Shape;1178;p6:notes">
            <a:extLst>
              <a:ext uri="{FF2B5EF4-FFF2-40B4-BE49-F238E27FC236}">
                <a16:creationId xmlns:a16="http://schemas.microsoft.com/office/drawing/2014/main" id="{ECB901D3-0CC4-F76D-F83A-C09D3730A434}"/>
              </a:ext>
            </a:extLst>
          </p:cNvPr>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71480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p6: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158750" indent="0">
              <a:buNone/>
            </a:pPr>
            <a:r>
              <a:rPr lang="en-US" i="1" dirty="0"/>
              <a:t>Spend a few minutes here talking them through the process:</a:t>
            </a:r>
          </a:p>
          <a:p>
            <a:endParaRPr lang="en-US" i="1" dirty="0"/>
          </a:p>
          <a:p>
            <a:pPr marL="685800" indent="-457200">
              <a:buAutoNum type="arabicPeriod"/>
            </a:pPr>
            <a:r>
              <a:rPr lang="en-US" i="1" dirty="0"/>
              <a:t>https://usea1-s1university.sentinelone.net</a:t>
            </a:r>
          </a:p>
          <a:p>
            <a:pPr marL="685800" indent="-457200">
              <a:buAutoNum type="arabicPeriod"/>
            </a:pPr>
            <a:r>
              <a:rPr lang="en-US" i="1" dirty="0"/>
              <a:t>Check your email for logon information.</a:t>
            </a:r>
          </a:p>
          <a:p>
            <a:pPr marL="685800" indent="-457200">
              <a:buAutoNum type="arabicPeriod"/>
            </a:pPr>
            <a:r>
              <a:rPr lang="en-US" i="1" dirty="0"/>
              <a:t>You will have to enroll in 2FA using an authenticator app</a:t>
            </a:r>
          </a:p>
          <a:p>
            <a:pPr marL="685800" indent="-457200">
              <a:buAutoNum type="arabicPeriod"/>
            </a:pPr>
            <a:r>
              <a:rPr lang="en-US" b="1" i="1" dirty="0"/>
              <a:t>Switch to Ops Center</a:t>
            </a:r>
          </a:p>
          <a:p>
            <a:pPr marL="685800" indent="-457200">
              <a:buAutoNum type="arabicPeriod"/>
            </a:pPr>
            <a:r>
              <a:rPr lang="en-US" i="1" dirty="0"/>
              <a:t>You’re an Admin in your site. You can explore the Hyperautomation feature and create your own workflows. You cannot see my workflows at the Account level; workflows created at a specific scope (e.g., Account) are only visible and usable within that scope. They do not propagate to Sites or Groups below the Account.</a:t>
            </a:r>
          </a:p>
          <a:p>
            <a:pPr marL="0" lvl="0" indent="0" algn="l" rtl="0">
              <a:spcBef>
                <a:spcPts val="0"/>
              </a:spcBef>
              <a:spcAft>
                <a:spcPts val="0"/>
              </a:spcAft>
              <a:buNone/>
            </a:pPr>
            <a:endParaRPr dirty="0"/>
          </a:p>
        </p:txBody>
      </p:sp>
      <p:sp>
        <p:nvSpPr>
          <p:cNvPr id="1178" name="Google Shape;1178;p6: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08180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7: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5" name="Google Shape;1185;p7: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86654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6">
          <a:extLst>
            <a:ext uri="{FF2B5EF4-FFF2-40B4-BE49-F238E27FC236}">
              <a16:creationId xmlns:a16="http://schemas.microsoft.com/office/drawing/2014/main" id="{D8214642-BD54-1E88-EE71-C3518C6A7F88}"/>
            </a:ext>
          </a:extLst>
        </p:cNvPr>
        <p:cNvGrpSpPr/>
        <p:nvPr/>
      </p:nvGrpSpPr>
      <p:grpSpPr>
        <a:xfrm>
          <a:off x="0" y="0"/>
          <a:ext cx="0" cy="0"/>
          <a:chOff x="0" y="0"/>
          <a:chExt cx="0" cy="0"/>
        </a:xfrm>
      </p:grpSpPr>
      <p:sp>
        <p:nvSpPr>
          <p:cNvPr id="1437" name="Google Shape;1437;p40:notes">
            <a:extLst>
              <a:ext uri="{FF2B5EF4-FFF2-40B4-BE49-F238E27FC236}">
                <a16:creationId xmlns:a16="http://schemas.microsoft.com/office/drawing/2014/main" id="{886C21EE-2118-73B7-A5CB-C93CA25224F7}"/>
              </a:ext>
            </a:extLst>
          </p:cNvPr>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438" name="Google Shape;1438;p40:notes">
            <a:extLst>
              <a:ext uri="{FF2B5EF4-FFF2-40B4-BE49-F238E27FC236}">
                <a16:creationId xmlns:a16="http://schemas.microsoft.com/office/drawing/2014/main" id="{62D5336A-66A5-96B1-CB70-B3EFD8CE32C0}"/>
              </a:ext>
            </a:extLst>
          </p:cNvPr>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43369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6"/>
        <p:cNvGrpSpPr/>
        <p:nvPr/>
      </p:nvGrpSpPr>
      <p:grpSpPr>
        <a:xfrm>
          <a:off x="0" y="0"/>
          <a:ext cx="0" cy="0"/>
          <a:chOff x="0" y="0"/>
          <a:chExt cx="0" cy="0"/>
        </a:xfrm>
      </p:grpSpPr>
      <p:sp>
        <p:nvSpPr>
          <p:cNvPr id="1487" name="Google Shape;1487;p47:notes"/>
          <p:cNvSpPr txBox="1">
            <a:spLocks noGrp="1"/>
          </p:cNvSpPr>
          <p:nvPr>
            <p:ph type="body" idx="1"/>
          </p:nvPr>
        </p:nvSpPr>
        <p:spPr>
          <a:xfrm>
            <a:off x="1028700" y="8686800"/>
            <a:ext cx="8229600" cy="82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8" name="Google Shape;1488;p47:notes"/>
          <p:cNvSpPr>
            <a:spLocks noGrp="1" noRot="1" noChangeAspect="1"/>
          </p:cNvSpPr>
          <p:nvPr>
            <p:ph type="sldImg" idx="2"/>
          </p:nvPr>
        </p:nvSpPr>
        <p:spPr>
          <a:xfrm>
            <a:off x="-952500" y="1371600"/>
            <a:ext cx="12192000" cy="6858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1 - Title Slide">
  <p:cSld name="01 - Title Slide">
    <p:bg>
      <p:bgPr>
        <a:solidFill>
          <a:schemeClr val="dk1"/>
        </a:solidFill>
        <a:effectLst/>
      </p:bgPr>
    </p:bg>
    <p:spTree>
      <p:nvGrpSpPr>
        <p:cNvPr id="1" name="Shape 6"/>
        <p:cNvGrpSpPr/>
        <p:nvPr/>
      </p:nvGrpSpPr>
      <p:grpSpPr>
        <a:xfrm>
          <a:off x="0" y="0"/>
          <a:ext cx="0" cy="0"/>
          <a:chOff x="0" y="0"/>
          <a:chExt cx="0" cy="0"/>
        </a:xfrm>
      </p:grpSpPr>
      <p:pic>
        <p:nvPicPr>
          <p:cNvPr id="7" name="Google Shape;7;p2" title="3D_icons_hero_004_Star_Loop_HQ_0004_Edit_1500co.png"/>
          <p:cNvPicPr preferRelativeResize="0"/>
          <p:nvPr/>
        </p:nvPicPr>
        <p:blipFill rotWithShape="1">
          <a:blip r:embed="rId2">
            <a:alphaModFix/>
          </a:blip>
          <a:srcRect/>
          <a:stretch/>
        </p:blipFill>
        <p:spPr>
          <a:xfrm>
            <a:off x="10873591" y="1089477"/>
            <a:ext cx="6180675" cy="3836151"/>
          </a:xfrm>
          <a:prstGeom prst="rect">
            <a:avLst/>
          </a:prstGeom>
          <a:noFill/>
          <a:ln>
            <a:noFill/>
          </a:ln>
        </p:spPr>
      </p:pic>
      <p:pic>
        <p:nvPicPr>
          <p:cNvPr id="8" name="Google Shape;8;p2" title="OneCon26_Hero_BG_01.png"/>
          <p:cNvPicPr preferRelativeResize="0"/>
          <p:nvPr/>
        </p:nvPicPr>
        <p:blipFill rotWithShape="1">
          <a:blip r:embed="rId3">
            <a:alphaModFix/>
          </a:blip>
          <a:srcRect t="50960" r="2334" b="22341"/>
          <a:stretch/>
        </p:blipFill>
        <p:spPr>
          <a:xfrm flipH="1">
            <a:off x="0" y="6190825"/>
            <a:ext cx="18288000" cy="4096174"/>
          </a:xfrm>
          <a:prstGeom prst="rect">
            <a:avLst/>
          </a:prstGeom>
          <a:noFill/>
          <a:ln>
            <a:noFill/>
          </a:ln>
        </p:spPr>
      </p:pic>
      <p:sp>
        <p:nvSpPr>
          <p:cNvPr id="9" name="Google Shape;9;p2"/>
          <p:cNvSpPr txBox="1">
            <a:spLocks noGrp="1"/>
          </p:cNvSpPr>
          <p:nvPr>
            <p:ph type="title"/>
          </p:nvPr>
        </p:nvSpPr>
        <p:spPr>
          <a:xfrm>
            <a:off x="630800" y="2569080"/>
            <a:ext cx="8057100" cy="16206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lt1"/>
              </a:buClr>
              <a:buSzPts val="4800"/>
              <a:buFont typeface="Arial"/>
              <a:buNone/>
              <a:defRPr sz="48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9pPr>
          </a:lstStyle>
          <a:p>
            <a:endParaRPr/>
          </a:p>
        </p:txBody>
      </p:sp>
      <p:sp>
        <p:nvSpPr>
          <p:cNvPr id="10" name="Google Shape;10;p2"/>
          <p:cNvSpPr txBox="1">
            <a:spLocks noGrp="1"/>
          </p:cNvSpPr>
          <p:nvPr>
            <p:ph type="body" idx="1"/>
          </p:nvPr>
        </p:nvSpPr>
        <p:spPr>
          <a:xfrm>
            <a:off x="630800" y="4652700"/>
            <a:ext cx="8057100" cy="6108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lt1"/>
              </a:buClr>
              <a:buSzPts val="2300"/>
              <a:buFont typeface="Arial"/>
              <a:buNone/>
              <a:defRPr sz="2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chemeClr val="lt1"/>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chemeClr val="lt1"/>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chemeClr val="lt1"/>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6pPr>
            <a:lvl7pPr marL="3200400" marR="0" lvl="6"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7pPr>
            <a:lvl8pPr marL="3657600" marR="0" lvl="7"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8pPr>
            <a:lvl9pPr marL="4114800" marR="0" lvl="8"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9pPr>
          </a:lstStyle>
          <a:p>
            <a:endParaRPr/>
          </a:p>
        </p:txBody>
      </p:sp>
      <p:pic>
        <p:nvPicPr>
          <p:cNvPr id="11" name="Google Shape;11;p2" title="OneCon26_Logo_Stacked.png"/>
          <p:cNvPicPr preferRelativeResize="0"/>
          <p:nvPr/>
        </p:nvPicPr>
        <p:blipFill rotWithShape="1">
          <a:blip r:embed="rId4">
            <a:alphaModFix/>
          </a:blip>
          <a:srcRect/>
          <a:stretch/>
        </p:blipFill>
        <p:spPr>
          <a:xfrm>
            <a:off x="630800" y="620300"/>
            <a:ext cx="3074536" cy="1094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9 - Content - Text Column">
  <p:cSld name="09 - Content - Text Column">
    <p:bg>
      <p:bgPr>
        <a:solidFill>
          <a:srgbClr val="EAEEFF"/>
        </a:solidFill>
        <a:effectLst/>
      </p:bgPr>
    </p:bg>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6"/>
              </a:buClr>
              <a:buSzPts val="8000"/>
              <a:buFont typeface="Arial"/>
              <a:buNone/>
              <a:defRPr sz="3600" b="1" i="0" u="none" strike="noStrike" cap="none">
                <a:solidFill>
                  <a:schemeClr val="accent6"/>
                </a:solidFill>
                <a:latin typeface="Arial"/>
                <a:ea typeface="Arial"/>
                <a:cs typeface="Arial"/>
                <a:sym typeface="Arial"/>
              </a:defRPr>
            </a:lvl1pPr>
            <a:lvl2pPr marR="0" lvl="1"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2pPr>
            <a:lvl3pPr marR="0" lvl="2"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3pPr>
            <a:lvl4pPr marR="0" lvl="3"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4pPr>
            <a:lvl5pPr marR="0" lvl="4"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5pPr>
            <a:lvl6pPr marR="0" lvl="5"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6pPr>
            <a:lvl7pPr marR="0" lvl="6"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7pPr>
            <a:lvl8pPr marR="0" lvl="7"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8pPr>
            <a:lvl9pPr marR="0" lvl="8" algn="l" rtl="0">
              <a:lnSpc>
                <a:spcPct val="100000"/>
              </a:lnSpc>
              <a:spcBef>
                <a:spcPts val="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9pPr>
          </a:lstStyle>
          <a:p>
            <a:endParaRPr/>
          </a:p>
        </p:txBody>
      </p:sp>
      <p:sp>
        <p:nvSpPr>
          <p:cNvPr id="32" name="Google Shape;32;p5"/>
          <p:cNvSpPr txBox="1">
            <a:spLocks noGrp="1"/>
          </p:cNvSpPr>
          <p:nvPr>
            <p:ph type="body" idx="1"/>
          </p:nvPr>
        </p:nvSpPr>
        <p:spPr>
          <a:xfrm>
            <a:off x="576072" y="2854007"/>
            <a:ext cx="16560000" cy="276998"/>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accent6"/>
              </a:buClr>
              <a:buSzPts val="2200"/>
              <a:buFont typeface="Arial"/>
              <a:buNone/>
              <a:defRPr sz="18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chemeClr val="accent6"/>
              </a:buClr>
              <a:buSzPts val="2400"/>
              <a:buFont typeface="Arial"/>
              <a:buNone/>
              <a:defRPr sz="2400" b="0" i="0" u="none" strike="noStrike" cap="none">
                <a:solidFill>
                  <a:schemeClr val="accent6"/>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6"/>
              </a:buClr>
              <a:buSzPts val="1800"/>
              <a:buFont typeface="Arial"/>
              <a:buChar char="&gt;"/>
              <a:defRPr sz="1400" b="0" i="0" u="none" strike="noStrike" cap="none">
                <a:solidFill>
                  <a:schemeClr val="accent6"/>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6"/>
              </a:buClr>
              <a:buSzPts val="1800"/>
              <a:buFont typeface="Arial"/>
              <a:buChar char="o"/>
              <a:defRPr sz="1400" b="0" i="0" u="none" strike="noStrike" cap="none">
                <a:solidFill>
                  <a:schemeClr val="accent6"/>
                </a:solidFill>
                <a:latin typeface="Arial"/>
                <a:ea typeface="Arial"/>
                <a:cs typeface="Arial"/>
                <a:sym typeface="Arial"/>
              </a:defRPr>
            </a:lvl5pPr>
            <a:lvl6pPr marL="2743200" marR="0" lvl="5"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6pPr>
            <a:lvl7pPr marL="3200400" marR="0" lvl="6"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7pPr>
            <a:lvl8pPr marL="3657600" marR="0" lvl="7"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8pPr>
            <a:lvl9pPr marL="4114800" marR="0" lvl="8"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9pPr>
          </a:lstStyle>
          <a:p>
            <a:endParaRPr/>
          </a:p>
        </p:txBody>
      </p:sp>
      <p:grpSp>
        <p:nvGrpSpPr>
          <p:cNvPr id="33" name="Google Shape;33;p5"/>
          <p:cNvGrpSpPr/>
          <p:nvPr/>
        </p:nvGrpSpPr>
        <p:grpSpPr>
          <a:xfrm>
            <a:off x="-18288" y="9611418"/>
            <a:ext cx="18324576" cy="570251"/>
            <a:chOff x="-18288" y="9611418"/>
            <a:chExt cx="18324576" cy="570251"/>
          </a:xfrm>
        </p:grpSpPr>
        <p:sp>
          <p:nvSpPr>
            <p:cNvPr id="34" name="Google Shape;34;p5"/>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dirty="0">
                  <a:solidFill>
                    <a:srgbClr val="757AAD"/>
                  </a:solidFill>
                  <a:latin typeface="Arial"/>
                  <a:ea typeface="Arial"/>
                  <a:cs typeface="Arial"/>
                  <a:sym typeface="Arial"/>
                </a:rPr>
                <a:t>SentinelOne, Inc. Confidential and Proprietary Information</a:t>
              </a:r>
              <a:endParaRPr sz="1100" b="0" i="0" u="none" strike="noStrike" cap="none" dirty="0">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dirty="0">
                <a:solidFill>
                  <a:schemeClr val="dk2"/>
                </a:solidFill>
                <a:latin typeface="Arial"/>
                <a:ea typeface="Arial"/>
                <a:cs typeface="Arial"/>
                <a:sym typeface="Arial"/>
              </a:endParaRPr>
            </a:p>
          </p:txBody>
        </p:sp>
        <p:pic>
          <p:nvPicPr>
            <p:cNvPr id="35" name="Google Shape;35;p5"/>
            <p:cNvPicPr preferRelativeResize="0"/>
            <p:nvPr/>
          </p:nvPicPr>
          <p:blipFill rotWithShape="1">
            <a:blip r:embed="rId3">
              <a:alphaModFix/>
            </a:blip>
            <a:srcRect t="40" r="862" b="20"/>
            <a:stretch/>
          </p:blipFill>
          <p:spPr>
            <a:xfrm>
              <a:off x="-18288" y="9611418"/>
              <a:ext cx="18324576" cy="22300"/>
            </a:xfrm>
            <a:prstGeom prst="rect">
              <a:avLst/>
            </a:prstGeom>
            <a:noFill/>
            <a:ln>
              <a:noFill/>
            </a:ln>
          </p:spPr>
        </p:pic>
        <p:pic>
          <p:nvPicPr>
            <p:cNvPr id="36" name="Google Shape;36;p5" title="OneCon_Logo.png"/>
            <p:cNvPicPr preferRelativeResize="0"/>
            <p:nvPr/>
          </p:nvPicPr>
          <p:blipFill rotWithShape="1">
            <a:blip r:embed="rId4">
              <a:alphaModFix/>
            </a:blip>
            <a:srcRect t="33983" b="30581"/>
            <a:stretch/>
          </p:blipFill>
          <p:spPr>
            <a:xfrm>
              <a:off x="576075" y="9781544"/>
              <a:ext cx="1317313" cy="400125"/>
            </a:xfrm>
            <a:prstGeom prst="rect">
              <a:avLst/>
            </a:prstGeom>
            <a:noFill/>
            <a:ln>
              <a:noFill/>
            </a:ln>
          </p:spPr>
        </p:pic>
      </p:grpSp>
    </p:spTree>
    <p:custDataLst>
      <p:tags r:id="rId1"/>
    </p:custData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99 - Speaker - Image Left">
  <p:cSld name="99 - Speaker - Image Left">
    <p:bg>
      <p:bgPr>
        <a:solidFill>
          <a:schemeClr val="dk2"/>
        </a:solidFill>
        <a:effectLst/>
      </p:bgPr>
    </p:bg>
    <p:spTree>
      <p:nvGrpSpPr>
        <p:cNvPr id="1" name="Shape 37"/>
        <p:cNvGrpSpPr/>
        <p:nvPr/>
      </p:nvGrpSpPr>
      <p:grpSpPr>
        <a:xfrm>
          <a:off x="0" y="0"/>
          <a:ext cx="0" cy="0"/>
          <a:chOff x="0" y="0"/>
          <a:chExt cx="0" cy="0"/>
        </a:xfrm>
      </p:grpSpPr>
      <p:sp>
        <p:nvSpPr>
          <p:cNvPr id="38" name="Google Shape;38;p6"/>
          <p:cNvSpPr/>
          <p:nvPr/>
        </p:nvSpPr>
        <p:spPr>
          <a:xfrm>
            <a:off x="1771404" y="2146731"/>
            <a:ext cx="7123200" cy="63918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l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0" name="Google Shape;40;p6"/>
          <p:cNvSpPr>
            <a:spLocks noGrp="1"/>
          </p:cNvSpPr>
          <p:nvPr>
            <p:ph type="pic" idx="2"/>
          </p:nvPr>
        </p:nvSpPr>
        <p:spPr>
          <a:xfrm>
            <a:off x="1817154" y="2192481"/>
            <a:ext cx="7031700" cy="6300300"/>
          </a:xfrm>
          <a:prstGeom prst="roundRect">
            <a:avLst>
              <a:gd name="adj" fmla="val 3781"/>
            </a:avLst>
          </a:prstGeom>
          <a:solidFill>
            <a:schemeClr val="accent5"/>
          </a:solidFill>
          <a:ln>
            <a:noFill/>
          </a:ln>
        </p:spPr>
        <p:txBody>
          <a:bodyPr/>
          <a:lstStyle/>
          <a:p>
            <a:endParaRPr lang="en-US"/>
          </a:p>
        </p:txBody>
      </p:sp>
      <p:sp>
        <p:nvSpPr>
          <p:cNvPr id="41" name="Google Shape;41;p6"/>
          <p:cNvSpPr txBox="1">
            <a:spLocks noGrp="1"/>
          </p:cNvSpPr>
          <p:nvPr>
            <p:ph type="body" idx="3"/>
          </p:nvPr>
        </p:nvSpPr>
        <p:spPr>
          <a:xfrm>
            <a:off x="9730740" y="4755874"/>
            <a:ext cx="705987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2" name="Google Shape;42;p6"/>
          <p:cNvSpPr txBox="1">
            <a:spLocks noGrp="1"/>
          </p:cNvSpPr>
          <p:nvPr>
            <p:ph type="body" idx="4"/>
          </p:nvPr>
        </p:nvSpPr>
        <p:spPr>
          <a:xfrm>
            <a:off x="9730738" y="5336293"/>
            <a:ext cx="7059872" cy="47126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3" name="Google Shape;43;p6"/>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44" name="Google Shape;44;p6"/>
          <p:cNvGrpSpPr/>
          <p:nvPr/>
        </p:nvGrpSpPr>
        <p:grpSpPr>
          <a:xfrm>
            <a:off x="-18288" y="9611418"/>
            <a:ext cx="18324576" cy="570251"/>
            <a:chOff x="-18288" y="9611418"/>
            <a:chExt cx="18324576" cy="570251"/>
          </a:xfrm>
        </p:grpSpPr>
        <p:sp>
          <p:nvSpPr>
            <p:cNvPr id="45" name="Google Shape;45;p6"/>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46" name="Google Shape;46;p6"/>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47" name="Google Shape;47;p6"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5 - Divider Slide Alt - Dark 1">
  <p:cSld name="05 - Divider Slide Alt - Dark_1">
    <p:bg>
      <p:bgPr>
        <a:solidFill>
          <a:schemeClr val="dk2"/>
        </a:solidFill>
        <a:effectLst/>
      </p:bgPr>
    </p:bg>
    <p:spTree>
      <p:nvGrpSpPr>
        <p:cNvPr id="1" name="Shape 48"/>
        <p:cNvGrpSpPr/>
        <p:nvPr/>
      </p:nvGrpSpPr>
      <p:grpSpPr>
        <a:xfrm>
          <a:off x="0" y="0"/>
          <a:ext cx="0" cy="0"/>
          <a:chOff x="0" y="0"/>
          <a:chExt cx="0" cy="0"/>
        </a:xfrm>
      </p:grpSpPr>
      <p:pic>
        <p:nvPicPr>
          <p:cNvPr id="49" name="Google Shape;49;p7" title="Breakout_Slide_Graphic.jpg"/>
          <p:cNvPicPr preferRelativeResize="0"/>
          <p:nvPr/>
        </p:nvPicPr>
        <p:blipFill rotWithShape="1">
          <a:blip r:embed="rId2">
            <a:alphaModFix/>
          </a:blip>
          <a:srcRect t="150" b="150"/>
          <a:stretch/>
        </p:blipFill>
        <p:spPr>
          <a:xfrm>
            <a:off x="576072" y="7524753"/>
            <a:ext cx="17140500" cy="2762100"/>
          </a:xfrm>
          <a:prstGeom prst="round2SameRect">
            <a:avLst>
              <a:gd name="adj1" fmla="val 9570"/>
              <a:gd name="adj2" fmla="val 0"/>
            </a:avLst>
          </a:prstGeom>
          <a:noFill/>
          <a:ln>
            <a:noFill/>
          </a:ln>
        </p:spPr>
      </p:pic>
      <p:sp>
        <p:nvSpPr>
          <p:cNvPr id="50" name="Google Shape;50;p7"/>
          <p:cNvSpPr txBox="1">
            <a:spLocks noGrp="1"/>
          </p:cNvSpPr>
          <p:nvPr>
            <p:ph type="title"/>
          </p:nvPr>
        </p:nvSpPr>
        <p:spPr>
          <a:xfrm>
            <a:off x="576075" y="2343500"/>
            <a:ext cx="8180100" cy="33249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lt1"/>
              </a:buClr>
              <a:buSzPts val="8000"/>
              <a:buFont typeface="Arial"/>
              <a:buNone/>
              <a:defRPr sz="80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 name="Google Shape;51;p7"/>
          <p:cNvSpPr txBox="1">
            <a:spLocks noGrp="1"/>
          </p:cNvSpPr>
          <p:nvPr>
            <p:ph type="body" idx="1"/>
          </p:nvPr>
        </p:nvSpPr>
        <p:spPr>
          <a:xfrm>
            <a:off x="567280" y="6434949"/>
            <a:ext cx="6060000" cy="40020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accent2"/>
              </a:buClr>
              <a:buSzPts val="2200"/>
              <a:buFont typeface="Arial"/>
              <a:buNone/>
              <a:defRPr sz="3600" b="0" i="0" u="none" strike="noStrike" cap="none">
                <a:solidFill>
                  <a:schemeClr val="accen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 name="Google Shape;52;p7"/>
          <p:cNvSpPr txBox="1">
            <a:spLocks noGrp="1"/>
          </p:cNvSpPr>
          <p:nvPr>
            <p:ph type="body" idx="2"/>
          </p:nvPr>
        </p:nvSpPr>
        <p:spPr>
          <a:xfrm>
            <a:off x="11648885" y="866700"/>
            <a:ext cx="6060000" cy="40020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pic>
        <p:nvPicPr>
          <p:cNvPr id="53" name="Google Shape;53;p7"/>
          <p:cNvPicPr preferRelativeResize="0"/>
          <p:nvPr/>
        </p:nvPicPr>
        <p:blipFill rotWithShape="1">
          <a:blip r:embed="rId3">
            <a:alphaModFix/>
          </a:blip>
          <a:srcRect r="646" b="21408"/>
          <a:stretch/>
        </p:blipFill>
        <p:spPr>
          <a:xfrm>
            <a:off x="576075" y="5887925"/>
            <a:ext cx="17132800" cy="27432"/>
          </a:xfrm>
          <a:prstGeom prst="rect">
            <a:avLst/>
          </a:prstGeom>
          <a:noFill/>
          <a:ln>
            <a:noFill/>
          </a:ln>
        </p:spPr>
      </p:pic>
      <p:pic>
        <p:nvPicPr>
          <p:cNvPr id="54" name="Google Shape;54;p7" title="Frame 48096016.png"/>
          <p:cNvPicPr preferRelativeResize="0"/>
          <p:nvPr/>
        </p:nvPicPr>
        <p:blipFill rotWithShape="1">
          <a:blip r:embed="rId4">
            <a:alphaModFix/>
          </a:blip>
          <a:srcRect/>
          <a:stretch/>
        </p:blipFill>
        <p:spPr>
          <a:xfrm>
            <a:off x="630800" y="821825"/>
            <a:ext cx="4663026" cy="4899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84 - Content - Image with Text - Light">
  <p:cSld name="84 - Content - Image with Text - Light">
    <p:bg>
      <p:bgPr>
        <a:solidFill>
          <a:schemeClr val="lt1"/>
        </a:solid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accent6"/>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chemeClr val="accent6"/>
              </a:buClr>
              <a:buSzPts val="2000"/>
              <a:buFont typeface="Arial"/>
              <a:buNone/>
              <a:defRPr sz="1400" b="0" i="0" u="none" strike="noStrike" cap="none">
                <a:solidFill>
                  <a:schemeClr val="accent6"/>
                </a:solidFill>
                <a:latin typeface="Arial"/>
                <a:ea typeface="Arial"/>
                <a:cs typeface="Arial"/>
                <a:sym typeface="Arial"/>
              </a:defRPr>
            </a:lvl2pPr>
            <a:lvl3pPr marL="1371600" marR="0" lvl="2" indent="-228600" algn="l" rtl="0">
              <a:lnSpc>
                <a:spcPct val="100000"/>
              </a:lnSpc>
              <a:spcBef>
                <a:spcPts val="600"/>
              </a:spcBef>
              <a:spcAft>
                <a:spcPts val="0"/>
              </a:spcAft>
              <a:buClr>
                <a:schemeClr val="accent6"/>
              </a:buClr>
              <a:buSzPts val="1800"/>
              <a:buFont typeface="Arial"/>
              <a:buNone/>
              <a:defRPr sz="1400" b="0" i="0" u="none" strike="noStrike" cap="none">
                <a:solidFill>
                  <a:schemeClr val="accent6"/>
                </a:solidFill>
                <a:latin typeface="Arial"/>
                <a:ea typeface="Arial"/>
                <a:cs typeface="Arial"/>
                <a:sym typeface="Arial"/>
              </a:defRPr>
            </a:lvl3pPr>
            <a:lvl4pPr marL="1828800" marR="0" lvl="3" indent="-228600" algn="l" rtl="0">
              <a:lnSpc>
                <a:spcPct val="100000"/>
              </a:lnSpc>
              <a:spcBef>
                <a:spcPts val="600"/>
              </a:spcBef>
              <a:spcAft>
                <a:spcPts val="0"/>
              </a:spcAft>
              <a:buClr>
                <a:schemeClr val="accent6"/>
              </a:buClr>
              <a:buSzPts val="1600"/>
              <a:buFont typeface="Arial"/>
              <a:buNone/>
              <a:defRPr sz="1400" b="0" i="0" u="none" strike="noStrike" cap="none">
                <a:solidFill>
                  <a:schemeClr val="accent6"/>
                </a:solidFill>
                <a:latin typeface="Arial"/>
                <a:ea typeface="Arial"/>
                <a:cs typeface="Arial"/>
                <a:sym typeface="Arial"/>
              </a:defRPr>
            </a:lvl4pPr>
            <a:lvl5pPr marL="2286000" marR="0" lvl="4" indent="-228600" algn="l" rtl="0">
              <a:lnSpc>
                <a:spcPct val="100000"/>
              </a:lnSpc>
              <a:spcBef>
                <a:spcPts val="60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5pPr>
            <a:lvl6pPr marL="2743200" marR="0" lvl="5"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6pPr>
            <a:lvl7pPr marL="3200400" marR="0" lvl="6"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7pPr>
            <a:lvl8pPr marL="3657600" marR="0" lvl="7"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8pPr>
            <a:lvl9pPr marL="4114800" marR="0" lvl="8"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9pPr>
          </a:lstStyle>
          <a:p>
            <a:endParaRPr/>
          </a:p>
        </p:txBody>
      </p:sp>
      <p:sp>
        <p:nvSpPr>
          <p:cNvPr id="57" name="Google Shape;57;p8"/>
          <p:cNvSpPr txBox="1">
            <a:spLocks noGrp="1"/>
          </p:cNvSpPr>
          <p:nvPr>
            <p:ph type="body" idx="2"/>
          </p:nvPr>
        </p:nvSpPr>
        <p:spPr>
          <a:xfrm>
            <a:off x="7743355" y="2502834"/>
            <a:ext cx="9729890" cy="370152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6"/>
              </a:buClr>
              <a:buSzPts val="2240"/>
              <a:buFont typeface="Arial"/>
              <a:buNone/>
              <a:defRPr sz="75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6"/>
              </a:buClr>
              <a:buSzPts val="1800"/>
              <a:buFont typeface="Arial"/>
              <a:buChar char="&gt;"/>
              <a:defRPr sz="1400" b="0" i="0" u="none" strike="noStrike" cap="none">
                <a:solidFill>
                  <a:schemeClr val="accent6"/>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6"/>
              </a:buClr>
              <a:buSzPts val="1800"/>
              <a:buFont typeface="Arial"/>
              <a:buChar char="o"/>
              <a:defRPr sz="1400" b="0" i="0" u="none" strike="noStrike" cap="none">
                <a:solidFill>
                  <a:schemeClr val="accent6"/>
                </a:solidFill>
                <a:latin typeface="Arial"/>
                <a:ea typeface="Arial"/>
                <a:cs typeface="Arial"/>
                <a:sym typeface="Arial"/>
              </a:defRPr>
            </a:lvl5pPr>
            <a:lvl6pPr marL="2743200" marR="0" lvl="5"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6pPr>
            <a:lvl7pPr marL="3200400" marR="0" lvl="6"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7pPr>
            <a:lvl8pPr marL="3657600" marR="0" lvl="7"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8pPr>
            <a:lvl9pPr marL="4114800" marR="0" lvl="8" indent="-342900" algn="l" rtl="0">
              <a:lnSpc>
                <a:spcPct val="90000"/>
              </a:lnSpc>
              <a:spcBef>
                <a:spcPts val="750"/>
              </a:spcBef>
              <a:spcAft>
                <a:spcPts val="0"/>
              </a:spcAft>
              <a:buClr>
                <a:schemeClr val="accent6"/>
              </a:buClr>
              <a:buSzPts val="1800"/>
              <a:buFont typeface="Arial"/>
              <a:buChar char="•"/>
              <a:defRPr sz="1400" b="0" i="0" u="none" strike="noStrike" cap="none">
                <a:solidFill>
                  <a:schemeClr val="accent6"/>
                </a:solidFill>
                <a:latin typeface="Arial"/>
                <a:ea typeface="Arial"/>
                <a:cs typeface="Arial"/>
                <a:sym typeface="Arial"/>
              </a:defRPr>
            </a:lvl9pPr>
          </a:lstStyle>
          <a:p>
            <a:endParaRPr/>
          </a:p>
        </p:txBody>
      </p:sp>
      <p:sp>
        <p:nvSpPr>
          <p:cNvPr id="58" name="Google Shape;58;p8"/>
          <p:cNvSpPr txBox="1">
            <a:spLocks noGrp="1"/>
          </p:cNvSpPr>
          <p:nvPr>
            <p:ph type="body" idx="3"/>
          </p:nvPr>
        </p:nvSpPr>
        <p:spPr>
          <a:xfrm>
            <a:off x="7735670" y="6882148"/>
            <a:ext cx="8387356" cy="9020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9" name="Google Shape;59;p8"/>
          <p:cNvSpPr>
            <a:spLocks noGrp="1"/>
          </p:cNvSpPr>
          <p:nvPr>
            <p:ph type="pic" idx="4"/>
          </p:nvPr>
        </p:nvSpPr>
        <p:spPr>
          <a:xfrm rot="5400000">
            <a:off x="-925190" y="2065833"/>
            <a:ext cx="8054624" cy="6204250"/>
          </a:xfrm>
          <a:prstGeom prst="round2SameRect">
            <a:avLst>
              <a:gd name="adj1" fmla="val 3228"/>
              <a:gd name="adj2" fmla="val 0"/>
            </a:avLst>
          </a:prstGeom>
          <a:solidFill>
            <a:schemeClr val="accent5"/>
          </a:solidFill>
          <a:ln>
            <a:noFill/>
          </a:ln>
        </p:spPr>
        <p:txBody>
          <a:bodyPr/>
          <a:lstStyle/>
          <a:p>
            <a:endParaRPr lang="en-US"/>
          </a:p>
        </p:txBody>
      </p:sp>
      <p:grpSp>
        <p:nvGrpSpPr>
          <p:cNvPr id="60" name="Google Shape;60;p8"/>
          <p:cNvGrpSpPr/>
          <p:nvPr/>
        </p:nvGrpSpPr>
        <p:grpSpPr>
          <a:xfrm>
            <a:off x="-18288" y="9611418"/>
            <a:ext cx="18324576" cy="570251"/>
            <a:chOff x="-18288" y="9611418"/>
            <a:chExt cx="18324576" cy="570251"/>
          </a:xfrm>
        </p:grpSpPr>
        <p:sp>
          <p:nvSpPr>
            <p:cNvPr id="61" name="Google Shape;61;p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62" name="Google Shape;62;p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63" name="Google Shape;63;p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1 - Title Slide 1 1 1">
  <p:cSld name="01 - Title Slide_1_1_1">
    <p:bg>
      <p:bgPr>
        <a:solidFill>
          <a:schemeClr val="dk1"/>
        </a:solidFill>
        <a:effectLst/>
      </p:bgPr>
    </p:bg>
    <p:spTree>
      <p:nvGrpSpPr>
        <p:cNvPr id="1" name="Shape 92"/>
        <p:cNvGrpSpPr/>
        <p:nvPr/>
      </p:nvGrpSpPr>
      <p:grpSpPr>
        <a:xfrm>
          <a:off x="0" y="0"/>
          <a:ext cx="0" cy="0"/>
          <a:chOff x="0" y="0"/>
          <a:chExt cx="0" cy="0"/>
        </a:xfrm>
      </p:grpSpPr>
      <p:sp>
        <p:nvSpPr>
          <p:cNvPr id="93" name="Google Shape;93;p11"/>
          <p:cNvSpPr txBox="1">
            <a:spLocks noGrp="1"/>
          </p:cNvSpPr>
          <p:nvPr>
            <p:ph type="title"/>
          </p:nvPr>
        </p:nvSpPr>
        <p:spPr>
          <a:xfrm>
            <a:off x="630800" y="2569075"/>
            <a:ext cx="7421400" cy="16206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lt1"/>
              </a:buClr>
              <a:buSzPts val="4800"/>
              <a:buFont typeface="Arial"/>
              <a:buNone/>
              <a:defRPr sz="48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000"/>
              <a:buFont typeface="Arial"/>
              <a:buNone/>
              <a:defRPr sz="4000" b="0" i="0" u="none" strike="noStrike" cap="none">
                <a:solidFill>
                  <a:srgbClr val="000000"/>
                </a:solidFill>
                <a:latin typeface="Arial"/>
                <a:ea typeface="Arial"/>
                <a:cs typeface="Arial"/>
                <a:sym typeface="Arial"/>
              </a:defRPr>
            </a:lvl9pPr>
          </a:lstStyle>
          <a:p>
            <a:endParaRPr/>
          </a:p>
        </p:txBody>
      </p:sp>
      <p:sp>
        <p:nvSpPr>
          <p:cNvPr id="94" name="Google Shape;94;p11"/>
          <p:cNvSpPr txBox="1">
            <a:spLocks noGrp="1"/>
          </p:cNvSpPr>
          <p:nvPr>
            <p:ph type="body" idx="1"/>
          </p:nvPr>
        </p:nvSpPr>
        <p:spPr>
          <a:xfrm>
            <a:off x="630798" y="5753072"/>
            <a:ext cx="7421400" cy="1991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lt1"/>
              </a:buClr>
              <a:buSzPts val="2300"/>
              <a:buFont typeface="Arial"/>
              <a:buNone/>
              <a:defRPr sz="23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chemeClr val="lt1"/>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chemeClr val="lt1"/>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chemeClr val="lt1"/>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6pPr>
            <a:lvl7pPr marL="3200400" marR="0" lvl="6"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7pPr>
            <a:lvl8pPr marL="3657600" marR="0" lvl="7"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8pPr>
            <a:lvl9pPr marL="4114800" marR="0" lvl="8" indent="-400050" algn="l" rtl="0">
              <a:lnSpc>
                <a:spcPct val="90000"/>
              </a:lnSpc>
              <a:spcBef>
                <a:spcPts val="750"/>
              </a:spcBef>
              <a:spcAft>
                <a:spcPts val="0"/>
              </a:spcAft>
              <a:buClr>
                <a:schemeClr val="lt1"/>
              </a:buClr>
              <a:buSzPts val="27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95" name="Google Shape;95;p11"/>
          <p:cNvSpPr txBox="1">
            <a:spLocks noGrp="1"/>
          </p:cNvSpPr>
          <p:nvPr>
            <p:ph type="body" idx="2"/>
          </p:nvPr>
        </p:nvSpPr>
        <p:spPr>
          <a:xfrm>
            <a:off x="571504" y="9142950"/>
            <a:ext cx="7421400" cy="3783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accent3"/>
              </a:buClr>
              <a:buSzPts val="2400"/>
              <a:buFont typeface="Arial"/>
              <a:buNone/>
              <a:defRPr sz="17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chemeClr val="accent3"/>
              </a:buClr>
              <a:buSzPts val="2600"/>
              <a:buFont typeface="Arial"/>
              <a:buNone/>
              <a:defRPr sz="2600" b="0" i="0" u="none" strike="noStrike" cap="none">
                <a:solidFill>
                  <a:schemeClr val="accent3"/>
                </a:solidFill>
                <a:latin typeface="Arial"/>
                <a:ea typeface="Arial"/>
                <a:cs typeface="Arial"/>
                <a:sym typeface="Arial"/>
              </a:defRPr>
            </a:lvl2pPr>
            <a:lvl3pPr marL="1371600" marR="0" lvl="2" indent="-355600" algn="l" rtl="0">
              <a:lnSpc>
                <a:spcPct val="100000"/>
              </a:lnSpc>
              <a:spcBef>
                <a:spcPts val="600"/>
              </a:spcBef>
              <a:spcAft>
                <a:spcPts val="0"/>
              </a:spcAft>
              <a:buClr>
                <a:schemeClr val="accent3"/>
              </a:buClr>
              <a:buSzPts val="2000"/>
              <a:buFont typeface="Arial"/>
              <a:buChar char="•"/>
              <a:defRPr sz="1600" b="0" i="0" u="none" strike="noStrike" cap="none">
                <a:solidFill>
                  <a:schemeClr val="accent3"/>
                </a:solidFill>
                <a:latin typeface="Arial"/>
                <a:ea typeface="Arial"/>
                <a:cs typeface="Arial"/>
                <a:sym typeface="Arial"/>
              </a:defRPr>
            </a:lvl3pPr>
            <a:lvl4pPr marL="1828800" marR="0" lvl="3" indent="-355600" algn="l" rtl="0">
              <a:lnSpc>
                <a:spcPct val="100000"/>
              </a:lnSpc>
              <a:spcBef>
                <a:spcPts val="600"/>
              </a:spcBef>
              <a:spcAft>
                <a:spcPts val="0"/>
              </a:spcAft>
              <a:buClr>
                <a:schemeClr val="accent3"/>
              </a:buClr>
              <a:buSzPts val="2000"/>
              <a:buFont typeface="Arial"/>
              <a:buChar char="&gt;"/>
              <a:defRPr sz="1600" b="0" i="0" u="none" strike="noStrike" cap="none">
                <a:solidFill>
                  <a:schemeClr val="accent3"/>
                </a:solidFill>
                <a:latin typeface="Arial"/>
                <a:ea typeface="Arial"/>
                <a:cs typeface="Arial"/>
                <a:sym typeface="Arial"/>
              </a:defRPr>
            </a:lvl4pPr>
            <a:lvl5pPr marL="2286000" marR="0" lvl="4" indent="-355600" algn="l" rtl="0">
              <a:lnSpc>
                <a:spcPct val="100000"/>
              </a:lnSpc>
              <a:spcBef>
                <a:spcPts val="600"/>
              </a:spcBef>
              <a:spcAft>
                <a:spcPts val="0"/>
              </a:spcAft>
              <a:buClr>
                <a:schemeClr val="accent3"/>
              </a:buClr>
              <a:buSzPts val="2000"/>
              <a:buFont typeface="Arial"/>
              <a:buChar char="o"/>
              <a:defRPr sz="1600" b="0" i="0" u="none" strike="noStrike" cap="none">
                <a:solidFill>
                  <a:schemeClr val="accent3"/>
                </a:solidFill>
                <a:latin typeface="Arial"/>
                <a:ea typeface="Arial"/>
                <a:cs typeface="Arial"/>
                <a:sym typeface="Arial"/>
              </a:defRPr>
            </a:lvl5pPr>
            <a:lvl6pPr marL="2743200" marR="0" lvl="5" indent="-355600" algn="l" rtl="0">
              <a:lnSpc>
                <a:spcPct val="90000"/>
              </a:lnSpc>
              <a:spcBef>
                <a:spcPts val="750"/>
              </a:spcBef>
              <a:spcAft>
                <a:spcPts val="0"/>
              </a:spcAft>
              <a:buClr>
                <a:schemeClr val="accent3"/>
              </a:buClr>
              <a:buSzPts val="2000"/>
              <a:buFont typeface="Arial"/>
              <a:buChar char="•"/>
              <a:defRPr sz="1600" b="0" i="0" u="none" strike="noStrike" cap="none">
                <a:solidFill>
                  <a:schemeClr val="accent3"/>
                </a:solidFill>
                <a:latin typeface="Arial"/>
                <a:ea typeface="Arial"/>
                <a:cs typeface="Arial"/>
                <a:sym typeface="Arial"/>
              </a:defRPr>
            </a:lvl6pPr>
            <a:lvl7pPr marL="3200400" marR="0" lvl="6" indent="-355600" algn="l" rtl="0">
              <a:lnSpc>
                <a:spcPct val="90000"/>
              </a:lnSpc>
              <a:spcBef>
                <a:spcPts val="750"/>
              </a:spcBef>
              <a:spcAft>
                <a:spcPts val="0"/>
              </a:spcAft>
              <a:buClr>
                <a:schemeClr val="accent3"/>
              </a:buClr>
              <a:buSzPts val="2000"/>
              <a:buFont typeface="Arial"/>
              <a:buChar char="•"/>
              <a:defRPr sz="1600" b="0" i="0" u="none" strike="noStrike" cap="none">
                <a:solidFill>
                  <a:schemeClr val="accent3"/>
                </a:solidFill>
                <a:latin typeface="Arial"/>
                <a:ea typeface="Arial"/>
                <a:cs typeface="Arial"/>
                <a:sym typeface="Arial"/>
              </a:defRPr>
            </a:lvl7pPr>
            <a:lvl8pPr marL="3657600" marR="0" lvl="7" indent="-355600" algn="l" rtl="0">
              <a:lnSpc>
                <a:spcPct val="90000"/>
              </a:lnSpc>
              <a:spcBef>
                <a:spcPts val="750"/>
              </a:spcBef>
              <a:spcAft>
                <a:spcPts val="0"/>
              </a:spcAft>
              <a:buClr>
                <a:schemeClr val="accent3"/>
              </a:buClr>
              <a:buSzPts val="2000"/>
              <a:buFont typeface="Arial"/>
              <a:buChar char="•"/>
              <a:defRPr sz="1600" b="0" i="0" u="none" strike="noStrike" cap="none">
                <a:solidFill>
                  <a:schemeClr val="accent3"/>
                </a:solidFill>
                <a:latin typeface="Arial"/>
                <a:ea typeface="Arial"/>
                <a:cs typeface="Arial"/>
                <a:sym typeface="Arial"/>
              </a:defRPr>
            </a:lvl8pPr>
            <a:lvl9pPr marL="4114800" marR="0" lvl="8" indent="-355600" algn="l" rtl="0">
              <a:lnSpc>
                <a:spcPct val="90000"/>
              </a:lnSpc>
              <a:spcBef>
                <a:spcPts val="750"/>
              </a:spcBef>
              <a:spcAft>
                <a:spcPts val="0"/>
              </a:spcAft>
              <a:buClr>
                <a:schemeClr val="accent3"/>
              </a:buClr>
              <a:buSzPts val="2000"/>
              <a:buFont typeface="Arial"/>
              <a:buChar char="•"/>
              <a:defRPr sz="1600" b="0" i="0" u="none" strike="noStrike" cap="none">
                <a:solidFill>
                  <a:schemeClr val="accent3"/>
                </a:solidFill>
                <a:latin typeface="Arial"/>
                <a:ea typeface="Arial"/>
                <a:cs typeface="Arial"/>
                <a:sym typeface="Arial"/>
              </a:defRPr>
            </a:lvl9pPr>
          </a:lstStyle>
          <a:p>
            <a:endParaRPr/>
          </a:p>
        </p:txBody>
      </p:sp>
      <p:pic>
        <p:nvPicPr>
          <p:cNvPr id="96" name="Google Shape;96;p11"/>
          <p:cNvPicPr preferRelativeResize="0"/>
          <p:nvPr/>
        </p:nvPicPr>
        <p:blipFill rotWithShape="1">
          <a:blip r:embed="rId2">
            <a:alphaModFix/>
          </a:blip>
          <a:srcRect/>
          <a:stretch/>
        </p:blipFill>
        <p:spPr>
          <a:xfrm>
            <a:off x="630800" y="4961442"/>
            <a:ext cx="7421500" cy="27432"/>
          </a:xfrm>
          <a:prstGeom prst="rect">
            <a:avLst/>
          </a:prstGeom>
          <a:noFill/>
          <a:ln>
            <a:noFill/>
          </a:ln>
        </p:spPr>
      </p:pic>
      <p:sp>
        <p:nvSpPr>
          <p:cNvPr id="97" name="Google Shape;97;p11"/>
          <p:cNvSpPr/>
          <p:nvPr/>
        </p:nvSpPr>
        <p:spPr>
          <a:xfrm>
            <a:off x="9993229" y="1066806"/>
            <a:ext cx="7555200" cy="8571000"/>
          </a:xfrm>
          <a:prstGeom prst="roundRect">
            <a:avLst>
              <a:gd name="adj" fmla="val 2676"/>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8" name="Google Shape;98;p11" title="Breakout_Slide_Graphic_02.jpg"/>
          <p:cNvPicPr preferRelativeResize="0"/>
          <p:nvPr/>
        </p:nvPicPr>
        <p:blipFill rotWithShape="1">
          <a:blip r:embed="rId3">
            <a:alphaModFix/>
          </a:blip>
          <a:srcRect l="40" r="30"/>
          <a:stretch/>
        </p:blipFill>
        <p:spPr>
          <a:xfrm>
            <a:off x="10021729" y="1095756"/>
            <a:ext cx="7498200" cy="8513100"/>
          </a:xfrm>
          <a:prstGeom prst="roundRect">
            <a:avLst>
              <a:gd name="adj" fmla="val 2298"/>
            </a:avLst>
          </a:prstGeom>
          <a:noFill/>
          <a:ln>
            <a:noFill/>
          </a:ln>
        </p:spPr>
      </p:pic>
      <p:pic>
        <p:nvPicPr>
          <p:cNvPr id="99" name="Google Shape;99;p11" title="OneCon26_Logo_Stacked.png"/>
          <p:cNvPicPr preferRelativeResize="0"/>
          <p:nvPr/>
        </p:nvPicPr>
        <p:blipFill rotWithShape="1">
          <a:blip r:embed="rId4">
            <a:alphaModFix/>
          </a:blip>
          <a:srcRect/>
          <a:stretch/>
        </p:blipFill>
        <p:spPr>
          <a:xfrm>
            <a:off x="630800" y="620300"/>
            <a:ext cx="3074536" cy="10942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16 - Closing - Thank You">
  <p:cSld name="116 - Closing - Thank You">
    <p:bg>
      <p:bgPr>
        <a:blipFill>
          <a:blip r:embed="rId2">
            <a:alphaModFix/>
          </a:blip>
          <a:stretch>
            <a:fillRect/>
          </a:stretch>
        </a:blipFill>
        <a:effectLst/>
      </p:bgPr>
    </p:bg>
    <p:spTree>
      <p:nvGrpSpPr>
        <p:cNvPr id="1" name="Shape 100"/>
        <p:cNvGrpSpPr/>
        <p:nvPr/>
      </p:nvGrpSpPr>
      <p:grpSpPr>
        <a:xfrm>
          <a:off x="0" y="0"/>
          <a:ext cx="0" cy="0"/>
          <a:chOff x="0" y="0"/>
          <a:chExt cx="0" cy="0"/>
        </a:xfrm>
      </p:grpSpPr>
      <p:pic>
        <p:nvPicPr>
          <p:cNvPr id="101" name="Google Shape;101;p12" title="3D_icons_hero_002_Orbit_HQ_0001_1800.png"/>
          <p:cNvPicPr preferRelativeResize="0"/>
          <p:nvPr/>
        </p:nvPicPr>
        <p:blipFill rotWithShape="1">
          <a:blip r:embed="rId3">
            <a:alphaModFix/>
          </a:blip>
          <a:srcRect r="17871"/>
          <a:stretch/>
        </p:blipFill>
        <p:spPr>
          <a:xfrm>
            <a:off x="9182100" y="533400"/>
            <a:ext cx="9105899" cy="5974625"/>
          </a:xfrm>
          <a:prstGeom prst="rect">
            <a:avLst/>
          </a:prstGeom>
          <a:noFill/>
          <a:ln>
            <a:noFill/>
          </a:ln>
        </p:spPr>
      </p:pic>
      <p:sp>
        <p:nvSpPr>
          <p:cNvPr id="102" name="Google Shape;102;p12"/>
          <p:cNvSpPr txBox="1"/>
          <p:nvPr/>
        </p:nvSpPr>
        <p:spPr>
          <a:xfrm>
            <a:off x="14229175" y="11041800"/>
            <a:ext cx="11254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2"/>
          <p:cNvSpPr txBox="1">
            <a:spLocks noGrp="1"/>
          </p:cNvSpPr>
          <p:nvPr>
            <p:ph type="title"/>
          </p:nvPr>
        </p:nvSpPr>
        <p:spPr>
          <a:xfrm>
            <a:off x="641027" y="4723650"/>
            <a:ext cx="9717300" cy="25542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8000"/>
              <a:buFont typeface="Arial"/>
              <a:buNone/>
              <a:defRPr sz="90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104" name="Google Shape;104;p12" title="OneCon_Logo_Stacked_Left_RGB_WHT.png"/>
          <p:cNvPicPr preferRelativeResize="0"/>
          <p:nvPr/>
        </p:nvPicPr>
        <p:blipFill rotWithShape="1">
          <a:blip r:embed="rId4">
            <a:alphaModFix/>
          </a:blip>
          <a:srcRect/>
          <a:stretch/>
        </p:blipFill>
        <p:spPr>
          <a:xfrm>
            <a:off x="649063" y="628924"/>
            <a:ext cx="3037998" cy="1076950"/>
          </a:xfrm>
          <a:prstGeom prst="rect">
            <a:avLst/>
          </a:prstGeom>
          <a:noFill/>
          <a:ln>
            <a:noFill/>
          </a:ln>
        </p:spPr>
      </p:pic>
      <p:pic>
        <p:nvPicPr>
          <p:cNvPr id="105" name="Google Shape;105;p12" title="Info Band.png"/>
          <p:cNvPicPr preferRelativeResize="0"/>
          <p:nvPr/>
        </p:nvPicPr>
        <p:blipFill rotWithShape="1">
          <a:blip r:embed="rId5">
            <a:alphaModFix/>
          </a:blip>
          <a:srcRect r="1351"/>
          <a:stretch/>
        </p:blipFill>
        <p:spPr>
          <a:xfrm>
            <a:off x="609500" y="8433700"/>
            <a:ext cx="17678500" cy="595000"/>
          </a:xfrm>
          <a:prstGeom prst="rect">
            <a:avLst/>
          </a:prstGeom>
          <a:noFill/>
          <a:ln>
            <a:noFill/>
          </a:ln>
        </p:spPr>
      </p:pic>
      <p:pic>
        <p:nvPicPr>
          <p:cNvPr id="106" name="Google Shape;106;p12"/>
          <p:cNvPicPr preferRelativeResize="0"/>
          <p:nvPr/>
        </p:nvPicPr>
        <p:blipFill rotWithShape="1">
          <a:blip r:embed="rId6">
            <a:alphaModFix/>
          </a:blip>
          <a:srcRect r="646" b="21408"/>
          <a:stretch/>
        </p:blipFill>
        <p:spPr>
          <a:xfrm>
            <a:off x="641025" y="7936588"/>
            <a:ext cx="17016984" cy="2743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2 - Content - 2 Text Columns">
  <p:cSld name="12 - Content - 2 Text Columns">
    <p:bg>
      <p:bgPr>
        <a:solidFill>
          <a:srgbClr val="EAEEFF"/>
        </a:solidFill>
        <a:effectLst/>
      </p:bgPr>
    </p:bg>
    <p:spTree>
      <p:nvGrpSpPr>
        <p:cNvPr id="1" name="Shape 107"/>
        <p:cNvGrpSpPr/>
        <p:nvPr/>
      </p:nvGrpSpPr>
      <p:grpSpPr>
        <a:xfrm>
          <a:off x="0" y="0"/>
          <a:ext cx="0" cy="0"/>
          <a:chOff x="0" y="0"/>
          <a:chExt cx="0" cy="0"/>
        </a:xfrm>
      </p:grpSpPr>
      <p:sp>
        <p:nvSpPr>
          <p:cNvPr id="108" name="Google Shape;108;p13"/>
          <p:cNvSpPr txBox="1">
            <a:spLocks noGrp="1"/>
          </p:cNvSpPr>
          <p:nvPr>
            <p:ph type="title"/>
          </p:nvPr>
        </p:nvSpPr>
        <p:spPr>
          <a:xfrm>
            <a:off x="576077" y="747875"/>
            <a:ext cx="11127900" cy="8952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13"/>
          <p:cNvSpPr txBox="1">
            <a:spLocks noGrp="1"/>
          </p:cNvSpPr>
          <p:nvPr>
            <p:ph type="body" idx="1"/>
          </p:nvPr>
        </p:nvSpPr>
        <p:spPr>
          <a:xfrm>
            <a:off x="9012939" y="2813665"/>
            <a:ext cx="8085330" cy="603449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0" name="Google Shape;110;p13"/>
          <p:cNvSpPr txBox="1">
            <a:spLocks noGrp="1"/>
          </p:cNvSpPr>
          <p:nvPr>
            <p:ph type="body" idx="2"/>
          </p:nvPr>
        </p:nvSpPr>
        <p:spPr>
          <a:xfrm>
            <a:off x="576071" y="2813665"/>
            <a:ext cx="8085330" cy="603449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11" name="Google Shape;111;p13"/>
          <p:cNvGrpSpPr/>
          <p:nvPr/>
        </p:nvGrpSpPr>
        <p:grpSpPr>
          <a:xfrm>
            <a:off x="-18288" y="9611418"/>
            <a:ext cx="18324576" cy="570251"/>
            <a:chOff x="-18288" y="9611418"/>
            <a:chExt cx="18324576" cy="570251"/>
          </a:xfrm>
        </p:grpSpPr>
        <p:sp>
          <p:nvSpPr>
            <p:cNvPr id="112" name="Google Shape;112;p13"/>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113" name="Google Shape;113;p13"/>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14" name="Google Shape;114;p13"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1 - Content - 3 Columns - Light">
  <p:cSld name="21 - Content - 3 Columns - Light">
    <p:bg>
      <p:bgPr>
        <a:solidFill>
          <a:schemeClr val="lt2"/>
        </a:solidFill>
        <a:effectLst/>
      </p:bgPr>
    </p:bg>
    <p:spTree>
      <p:nvGrpSpPr>
        <p:cNvPr id="1" name="Shape 115"/>
        <p:cNvGrpSpPr/>
        <p:nvPr/>
      </p:nvGrpSpPr>
      <p:grpSpPr>
        <a:xfrm>
          <a:off x="0" y="0"/>
          <a:ext cx="0" cy="0"/>
          <a:chOff x="0" y="0"/>
          <a:chExt cx="0" cy="0"/>
        </a:xfrm>
      </p:grpSpPr>
      <p:sp>
        <p:nvSpPr>
          <p:cNvPr id="116" name="Google Shape;116;p14"/>
          <p:cNvSpPr/>
          <p:nvPr/>
        </p:nvSpPr>
        <p:spPr>
          <a:xfrm>
            <a:off x="1112521" y="2984500"/>
            <a:ext cx="4796030" cy="5308600"/>
          </a:xfrm>
          <a:prstGeom prst="roundRect">
            <a:avLst>
              <a:gd name="adj" fmla="val 4433"/>
            </a:avLst>
          </a:prstGeom>
          <a:solidFill>
            <a:srgbClr val="F5F7FF"/>
          </a:solidFill>
          <a:ln>
            <a:noFill/>
          </a:ln>
          <a:effectLst>
            <a:outerShdw blurRad="1055864" dist="50800" dir="5400000" sx="86697" sy="86697" algn="ctr" rotWithShape="0">
              <a:srgbClr val="000000">
                <a:alpha val="7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17" name="Google Shape;117;p14"/>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8" name="Google Shape;118;p14"/>
          <p:cNvSpPr txBox="1">
            <a:spLocks noGrp="1"/>
          </p:cNvSpPr>
          <p:nvPr>
            <p:ph type="body" idx="2"/>
          </p:nvPr>
        </p:nvSpPr>
        <p:spPr>
          <a:xfrm>
            <a:off x="1799395"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19" name="Google Shape;119;p14"/>
          <p:cNvSpPr txBox="1">
            <a:spLocks noGrp="1"/>
          </p:cNvSpPr>
          <p:nvPr>
            <p:ph type="body" idx="3"/>
          </p:nvPr>
        </p:nvSpPr>
        <p:spPr>
          <a:xfrm>
            <a:off x="179939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20" name="Google Shape;120;p14"/>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accent6"/>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chemeClr val="accent6"/>
              </a:buClr>
              <a:buSzPts val="2000"/>
              <a:buFont typeface="Arial"/>
              <a:buNone/>
              <a:defRPr sz="1400" b="0" i="0" u="none" strike="noStrike" cap="none">
                <a:solidFill>
                  <a:schemeClr val="accent6"/>
                </a:solidFill>
                <a:latin typeface="Arial"/>
                <a:ea typeface="Arial"/>
                <a:cs typeface="Arial"/>
                <a:sym typeface="Arial"/>
              </a:defRPr>
            </a:lvl2pPr>
            <a:lvl3pPr marL="1371600" marR="0" lvl="2" indent="-228600" algn="l" rtl="0">
              <a:lnSpc>
                <a:spcPct val="100000"/>
              </a:lnSpc>
              <a:spcBef>
                <a:spcPts val="600"/>
              </a:spcBef>
              <a:spcAft>
                <a:spcPts val="0"/>
              </a:spcAft>
              <a:buClr>
                <a:schemeClr val="accent6"/>
              </a:buClr>
              <a:buSzPts val="1800"/>
              <a:buFont typeface="Arial"/>
              <a:buNone/>
              <a:defRPr sz="1400" b="0" i="0" u="none" strike="noStrike" cap="none">
                <a:solidFill>
                  <a:schemeClr val="accent6"/>
                </a:solidFill>
                <a:latin typeface="Arial"/>
                <a:ea typeface="Arial"/>
                <a:cs typeface="Arial"/>
                <a:sym typeface="Arial"/>
              </a:defRPr>
            </a:lvl3pPr>
            <a:lvl4pPr marL="1828800" marR="0" lvl="3" indent="-228600" algn="l" rtl="0">
              <a:lnSpc>
                <a:spcPct val="100000"/>
              </a:lnSpc>
              <a:spcBef>
                <a:spcPts val="600"/>
              </a:spcBef>
              <a:spcAft>
                <a:spcPts val="0"/>
              </a:spcAft>
              <a:buClr>
                <a:schemeClr val="accent6"/>
              </a:buClr>
              <a:buSzPts val="1600"/>
              <a:buFont typeface="Arial"/>
              <a:buNone/>
              <a:defRPr sz="1400" b="0" i="0" u="none" strike="noStrike" cap="none">
                <a:solidFill>
                  <a:schemeClr val="accent6"/>
                </a:solidFill>
                <a:latin typeface="Arial"/>
                <a:ea typeface="Arial"/>
                <a:cs typeface="Arial"/>
                <a:sym typeface="Arial"/>
              </a:defRPr>
            </a:lvl4pPr>
            <a:lvl5pPr marL="2286000" marR="0" lvl="4" indent="-228600" algn="l" rtl="0">
              <a:lnSpc>
                <a:spcPct val="100000"/>
              </a:lnSpc>
              <a:spcBef>
                <a:spcPts val="60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5pPr>
            <a:lvl6pPr marL="2743200" marR="0" lvl="5"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6pPr>
            <a:lvl7pPr marL="3200400" marR="0" lvl="6"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7pPr>
            <a:lvl8pPr marL="3657600" marR="0" lvl="7"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8pPr>
            <a:lvl9pPr marL="4114800" marR="0" lvl="8"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9pPr>
          </a:lstStyle>
          <a:p>
            <a:endParaRPr/>
          </a:p>
        </p:txBody>
      </p:sp>
      <p:sp>
        <p:nvSpPr>
          <p:cNvPr id="121" name="Google Shape;121;p14"/>
          <p:cNvSpPr/>
          <p:nvPr/>
        </p:nvSpPr>
        <p:spPr>
          <a:xfrm>
            <a:off x="6623305" y="2984500"/>
            <a:ext cx="4796030" cy="5308600"/>
          </a:xfrm>
          <a:prstGeom prst="roundRect">
            <a:avLst>
              <a:gd name="adj" fmla="val 4433"/>
            </a:avLst>
          </a:prstGeom>
          <a:solidFill>
            <a:srgbClr val="F5F7FF"/>
          </a:solidFill>
          <a:ln>
            <a:noFill/>
          </a:ln>
          <a:effectLst>
            <a:outerShdw blurRad="1055864" dist="50800" dir="5400000" sx="86697" sy="86697" algn="ctr" rotWithShape="0">
              <a:srgbClr val="000000">
                <a:alpha val="7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22" name="Google Shape;122;p14"/>
          <p:cNvSpPr txBox="1">
            <a:spLocks noGrp="1"/>
          </p:cNvSpPr>
          <p:nvPr>
            <p:ph type="body" idx="5"/>
          </p:nvPr>
        </p:nvSpPr>
        <p:spPr>
          <a:xfrm>
            <a:off x="7310179"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23" name="Google Shape;123;p14"/>
          <p:cNvSpPr txBox="1">
            <a:spLocks noGrp="1"/>
          </p:cNvSpPr>
          <p:nvPr>
            <p:ph type="body" idx="6"/>
          </p:nvPr>
        </p:nvSpPr>
        <p:spPr>
          <a:xfrm>
            <a:off x="7310179"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24" name="Google Shape;124;p14"/>
          <p:cNvSpPr/>
          <p:nvPr/>
        </p:nvSpPr>
        <p:spPr>
          <a:xfrm>
            <a:off x="12195049" y="2984500"/>
            <a:ext cx="4796100" cy="5308500"/>
          </a:xfrm>
          <a:prstGeom prst="roundRect">
            <a:avLst>
              <a:gd name="adj" fmla="val 4433"/>
            </a:avLst>
          </a:prstGeom>
          <a:solidFill>
            <a:srgbClr val="F5F7FF"/>
          </a:solidFill>
          <a:ln>
            <a:noFill/>
          </a:ln>
          <a:effectLst>
            <a:outerShdw blurRad="1055864" dist="50800" dir="5400000" sx="86697" sy="86697" algn="ctr" rotWithShape="0">
              <a:srgbClr val="000000">
                <a:alpha val="7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25" name="Google Shape;125;p14"/>
          <p:cNvSpPr txBox="1">
            <a:spLocks noGrp="1"/>
          </p:cNvSpPr>
          <p:nvPr>
            <p:ph type="body" idx="7"/>
          </p:nvPr>
        </p:nvSpPr>
        <p:spPr>
          <a:xfrm>
            <a:off x="12881927"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26" name="Google Shape;126;p14"/>
          <p:cNvSpPr txBox="1">
            <a:spLocks noGrp="1"/>
          </p:cNvSpPr>
          <p:nvPr>
            <p:ph type="body" idx="8"/>
          </p:nvPr>
        </p:nvSpPr>
        <p:spPr>
          <a:xfrm>
            <a:off x="1288192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127" name="Google Shape;127;p14"/>
          <p:cNvGrpSpPr/>
          <p:nvPr/>
        </p:nvGrpSpPr>
        <p:grpSpPr>
          <a:xfrm>
            <a:off x="-18288" y="9611418"/>
            <a:ext cx="18324576" cy="570251"/>
            <a:chOff x="-18288" y="9611418"/>
            <a:chExt cx="18324576" cy="570251"/>
          </a:xfrm>
        </p:grpSpPr>
        <p:sp>
          <p:nvSpPr>
            <p:cNvPr id="128" name="Google Shape;128;p14"/>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129" name="Google Shape;129;p14"/>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30" name="Google Shape;130;p14"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7 - Content - 3 Columns Alt">
  <p:cSld name="27 - Content - 3 Columns Alt">
    <p:bg>
      <p:bgPr>
        <a:solidFill>
          <a:schemeClr val="lt1"/>
        </a:solidFill>
        <a:effectLst/>
      </p:bgPr>
    </p:bg>
    <p:spTree>
      <p:nvGrpSpPr>
        <p:cNvPr id="1" name="Shape 131"/>
        <p:cNvGrpSpPr/>
        <p:nvPr/>
      </p:nvGrpSpPr>
      <p:grpSpPr>
        <a:xfrm>
          <a:off x="0" y="0"/>
          <a:ext cx="0" cy="0"/>
          <a:chOff x="0" y="0"/>
          <a:chExt cx="0" cy="0"/>
        </a:xfrm>
      </p:grpSpPr>
      <p:sp>
        <p:nvSpPr>
          <p:cNvPr id="132" name="Google Shape;132;p15"/>
          <p:cNvSpPr/>
          <p:nvPr/>
        </p:nvSpPr>
        <p:spPr>
          <a:xfrm>
            <a:off x="1112521" y="2984500"/>
            <a:ext cx="4796030" cy="530860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33" name="Google Shape;133;p15"/>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34" name="Google Shape;134;p15"/>
          <p:cNvSpPr txBox="1">
            <a:spLocks noGrp="1"/>
          </p:cNvSpPr>
          <p:nvPr>
            <p:ph type="body" idx="2"/>
          </p:nvPr>
        </p:nvSpPr>
        <p:spPr>
          <a:xfrm>
            <a:off x="1799395"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35" name="Google Shape;135;p15"/>
          <p:cNvSpPr txBox="1">
            <a:spLocks noGrp="1"/>
          </p:cNvSpPr>
          <p:nvPr>
            <p:ph type="body" idx="3"/>
          </p:nvPr>
        </p:nvSpPr>
        <p:spPr>
          <a:xfrm>
            <a:off x="179939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36" name="Google Shape;136;p15"/>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37" name="Google Shape;137;p15"/>
          <p:cNvSpPr/>
          <p:nvPr/>
        </p:nvSpPr>
        <p:spPr>
          <a:xfrm>
            <a:off x="6623305" y="2984500"/>
            <a:ext cx="4796030" cy="530860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38" name="Google Shape;138;p15"/>
          <p:cNvSpPr txBox="1">
            <a:spLocks noGrp="1"/>
          </p:cNvSpPr>
          <p:nvPr>
            <p:ph type="body" idx="5"/>
          </p:nvPr>
        </p:nvSpPr>
        <p:spPr>
          <a:xfrm>
            <a:off x="7310179"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39" name="Google Shape;139;p15"/>
          <p:cNvSpPr txBox="1">
            <a:spLocks noGrp="1"/>
          </p:cNvSpPr>
          <p:nvPr>
            <p:ph type="body" idx="6"/>
          </p:nvPr>
        </p:nvSpPr>
        <p:spPr>
          <a:xfrm>
            <a:off x="7310179"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40" name="Google Shape;140;p15"/>
          <p:cNvSpPr/>
          <p:nvPr/>
        </p:nvSpPr>
        <p:spPr>
          <a:xfrm>
            <a:off x="12195049" y="2984500"/>
            <a:ext cx="4796030" cy="530860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41" name="Google Shape;141;p15"/>
          <p:cNvSpPr txBox="1">
            <a:spLocks noGrp="1"/>
          </p:cNvSpPr>
          <p:nvPr>
            <p:ph type="body" idx="7"/>
          </p:nvPr>
        </p:nvSpPr>
        <p:spPr>
          <a:xfrm>
            <a:off x="12881927"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42" name="Google Shape;142;p15"/>
          <p:cNvSpPr txBox="1">
            <a:spLocks noGrp="1"/>
          </p:cNvSpPr>
          <p:nvPr>
            <p:ph type="body" idx="8"/>
          </p:nvPr>
        </p:nvSpPr>
        <p:spPr>
          <a:xfrm>
            <a:off x="1288192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143" name="Google Shape;143;p15"/>
          <p:cNvGrpSpPr/>
          <p:nvPr/>
        </p:nvGrpSpPr>
        <p:grpSpPr>
          <a:xfrm>
            <a:off x="-18288" y="9611418"/>
            <a:ext cx="18324576" cy="570251"/>
            <a:chOff x="-18288" y="9611418"/>
            <a:chExt cx="18324576" cy="570251"/>
          </a:xfrm>
        </p:grpSpPr>
        <p:sp>
          <p:nvSpPr>
            <p:cNvPr id="144" name="Google Shape;144;p15"/>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145" name="Google Shape;145;p15"/>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46" name="Google Shape;146;p15"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3 - Content - 4 Columns Double">
  <p:cSld name="33 - Content - 4 Columns Double">
    <p:bg>
      <p:bgPr>
        <a:solidFill>
          <a:schemeClr val="lt1"/>
        </a:solidFill>
        <a:effectLst/>
      </p:bgPr>
    </p:bg>
    <p:spTree>
      <p:nvGrpSpPr>
        <p:cNvPr id="1" name="Shape 147"/>
        <p:cNvGrpSpPr/>
        <p:nvPr/>
      </p:nvGrpSpPr>
      <p:grpSpPr>
        <a:xfrm>
          <a:off x="0" y="0"/>
          <a:ext cx="0" cy="0"/>
          <a:chOff x="0" y="0"/>
          <a:chExt cx="0" cy="0"/>
        </a:xfrm>
      </p:grpSpPr>
      <p:sp>
        <p:nvSpPr>
          <p:cNvPr id="148" name="Google Shape;148;p16"/>
          <p:cNvSpPr/>
          <p:nvPr/>
        </p:nvSpPr>
        <p:spPr>
          <a:xfrm>
            <a:off x="9224393" y="5865499"/>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49" name="Google Shape;149;p16"/>
          <p:cNvSpPr/>
          <p:nvPr/>
        </p:nvSpPr>
        <p:spPr>
          <a:xfrm>
            <a:off x="13491593" y="5865499"/>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50" name="Google Shape;150;p16"/>
          <p:cNvSpPr/>
          <p:nvPr/>
        </p:nvSpPr>
        <p:spPr>
          <a:xfrm>
            <a:off x="4957193" y="5865499"/>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51" name="Google Shape;151;p16"/>
          <p:cNvSpPr/>
          <p:nvPr/>
        </p:nvSpPr>
        <p:spPr>
          <a:xfrm>
            <a:off x="689993" y="5865499"/>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52" name="Google Shape;152;p16"/>
          <p:cNvSpPr/>
          <p:nvPr/>
        </p:nvSpPr>
        <p:spPr>
          <a:xfrm>
            <a:off x="9224393" y="2199135"/>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53" name="Google Shape;153;p16"/>
          <p:cNvSpPr/>
          <p:nvPr/>
        </p:nvSpPr>
        <p:spPr>
          <a:xfrm>
            <a:off x="13491593" y="2199135"/>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54" name="Google Shape;154;p16"/>
          <p:cNvSpPr/>
          <p:nvPr/>
        </p:nvSpPr>
        <p:spPr>
          <a:xfrm>
            <a:off x="4957193" y="2199135"/>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55" name="Google Shape;155;p16"/>
          <p:cNvSpPr/>
          <p:nvPr/>
        </p:nvSpPr>
        <p:spPr>
          <a:xfrm>
            <a:off x="689993" y="2199135"/>
            <a:ext cx="4020314" cy="3266314"/>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156" name="Google Shape;156;p16"/>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57" name="Google Shape;157;p16"/>
          <p:cNvSpPr txBox="1">
            <a:spLocks noGrp="1"/>
          </p:cNvSpPr>
          <p:nvPr>
            <p:ph type="body" idx="2"/>
          </p:nvPr>
        </p:nvSpPr>
        <p:spPr>
          <a:xfrm>
            <a:off x="982599"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58" name="Google Shape;158;p16"/>
          <p:cNvSpPr txBox="1">
            <a:spLocks noGrp="1"/>
          </p:cNvSpPr>
          <p:nvPr>
            <p:ph type="body" idx="3"/>
          </p:nvPr>
        </p:nvSpPr>
        <p:spPr>
          <a:xfrm>
            <a:off x="982599"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59" name="Google Shape;159;p16"/>
          <p:cNvSpPr txBox="1">
            <a:spLocks noGrp="1"/>
          </p:cNvSpPr>
          <p:nvPr>
            <p:ph type="body" idx="4"/>
          </p:nvPr>
        </p:nvSpPr>
        <p:spPr>
          <a:xfrm>
            <a:off x="5281893"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60" name="Google Shape;160;p16"/>
          <p:cNvSpPr txBox="1">
            <a:spLocks noGrp="1"/>
          </p:cNvSpPr>
          <p:nvPr>
            <p:ph type="body" idx="5"/>
          </p:nvPr>
        </p:nvSpPr>
        <p:spPr>
          <a:xfrm>
            <a:off x="528189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61" name="Google Shape;161;p16"/>
          <p:cNvSpPr txBox="1">
            <a:spLocks noGrp="1"/>
          </p:cNvSpPr>
          <p:nvPr>
            <p:ph type="body" idx="6"/>
          </p:nvPr>
        </p:nvSpPr>
        <p:spPr>
          <a:xfrm>
            <a:off x="9548377"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62" name="Google Shape;162;p16"/>
          <p:cNvSpPr txBox="1">
            <a:spLocks noGrp="1"/>
          </p:cNvSpPr>
          <p:nvPr>
            <p:ph type="body" idx="7"/>
          </p:nvPr>
        </p:nvSpPr>
        <p:spPr>
          <a:xfrm>
            <a:off x="9548377"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63" name="Google Shape;163;p16"/>
          <p:cNvSpPr txBox="1">
            <a:spLocks noGrp="1"/>
          </p:cNvSpPr>
          <p:nvPr>
            <p:ph type="body" idx="8"/>
          </p:nvPr>
        </p:nvSpPr>
        <p:spPr>
          <a:xfrm>
            <a:off x="13813605"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64" name="Google Shape;164;p16"/>
          <p:cNvSpPr txBox="1">
            <a:spLocks noGrp="1"/>
          </p:cNvSpPr>
          <p:nvPr>
            <p:ph type="body" idx="9"/>
          </p:nvPr>
        </p:nvSpPr>
        <p:spPr>
          <a:xfrm>
            <a:off x="1381360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65" name="Google Shape;165;p16"/>
          <p:cNvSpPr txBox="1">
            <a:spLocks noGrp="1"/>
          </p:cNvSpPr>
          <p:nvPr>
            <p:ph type="body" idx="1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66" name="Google Shape;166;p16"/>
          <p:cNvSpPr txBox="1">
            <a:spLocks noGrp="1"/>
          </p:cNvSpPr>
          <p:nvPr>
            <p:ph type="body" idx="14"/>
          </p:nvPr>
        </p:nvSpPr>
        <p:spPr>
          <a:xfrm>
            <a:off x="982599"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67" name="Google Shape;167;p16"/>
          <p:cNvSpPr txBox="1">
            <a:spLocks noGrp="1"/>
          </p:cNvSpPr>
          <p:nvPr>
            <p:ph type="body" idx="15"/>
          </p:nvPr>
        </p:nvSpPr>
        <p:spPr>
          <a:xfrm>
            <a:off x="982599"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68" name="Google Shape;168;p16"/>
          <p:cNvSpPr txBox="1">
            <a:spLocks noGrp="1"/>
          </p:cNvSpPr>
          <p:nvPr>
            <p:ph type="body" idx="16"/>
          </p:nvPr>
        </p:nvSpPr>
        <p:spPr>
          <a:xfrm>
            <a:off x="5281893"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69" name="Google Shape;169;p16"/>
          <p:cNvSpPr txBox="1">
            <a:spLocks noGrp="1"/>
          </p:cNvSpPr>
          <p:nvPr>
            <p:ph type="body" idx="17"/>
          </p:nvPr>
        </p:nvSpPr>
        <p:spPr>
          <a:xfrm>
            <a:off x="528189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70" name="Google Shape;170;p16"/>
          <p:cNvSpPr txBox="1">
            <a:spLocks noGrp="1"/>
          </p:cNvSpPr>
          <p:nvPr>
            <p:ph type="body" idx="18"/>
          </p:nvPr>
        </p:nvSpPr>
        <p:spPr>
          <a:xfrm>
            <a:off x="9548377"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71" name="Google Shape;171;p16"/>
          <p:cNvSpPr txBox="1">
            <a:spLocks noGrp="1"/>
          </p:cNvSpPr>
          <p:nvPr>
            <p:ph type="body" idx="19"/>
          </p:nvPr>
        </p:nvSpPr>
        <p:spPr>
          <a:xfrm>
            <a:off x="9548377"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72" name="Google Shape;172;p16"/>
          <p:cNvSpPr txBox="1">
            <a:spLocks noGrp="1"/>
          </p:cNvSpPr>
          <p:nvPr>
            <p:ph type="body" idx="20"/>
          </p:nvPr>
        </p:nvSpPr>
        <p:spPr>
          <a:xfrm>
            <a:off x="13813605"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73" name="Google Shape;173;p16"/>
          <p:cNvSpPr txBox="1">
            <a:spLocks noGrp="1"/>
          </p:cNvSpPr>
          <p:nvPr>
            <p:ph type="body" idx="21"/>
          </p:nvPr>
        </p:nvSpPr>
        <p:spPr>
          <a:xfrm>
            <a:off x="1381360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174" name="Google Shape;174;p16"/>
          <p:cNvGrpSpPr/>
          <p:nvPr/>
        </p:nvGrpSpPr>
        <p:grpSpPr>
          <a:xfrm>
            <a:off x="-18288" y="9611418"/>
            <a:ext cx="18324576" cy="570251"/>
            <a:chOff x="-18288" y="9611418"/>
            <a:chExt cx="18324576" cy="570251"/>
          </a:xfrm>
        </p:grpSpPr>
        <p:sp>
          <p:nvSpPr>
            <p:cNvPr id="175" name="Google Shape;175;p16"/>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176" name="Google Shape;176;p16"/>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77" name="Google Shape;177;p16"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Content - 2 Columns">
  <p:cSld name="15 - Content - 2 Columns">
    <p:bg>
      <p:bgPr>
        <a:solidFill>
          <a:schemeClr val="lt2"/>
        </a:solidFill>
        <a:effectLst/>
      </p:bgPr>
    </p:bg>
    <p:spTree>
      <p:nvGrpSpPr>
        <p:cNvPr id="1" name="Shape 178"/>
        <p:cNvGrpSpPr/>
        <p:nvPr/>
      </p:nvGrpSpPr>
      <p:grpSpPr>
        <a:xfrm>
          <a:off x="0" y="0"/>
          <a:ext cx="0" cy="0"/>
          <a:chOff x="0" y="0"/>
          <a:chExt cx="0" cy="0"/>
        </a:xfrm>
      </p:grpSpPr>
      <p:sp>
        <p:nvSpPr>
          <p:cNvPr id="179" name="Google Shape;179;p17"/>
          <p:cNvSpPr/>
          <p:nvPr/>
        </p:nvSpPr>
        <p:spPr>
          <a:xfrm>
            <a:off x="4224881" y="2984500"/>
            <a:ext cx="4796030" cy="530860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80" name="Google Shape;180;p17"/>
          <p:cNvSpPr/>
          <p:nvPr/>
        </p:nvSpPr>
        <p:spPr>
          <a:xfrm>
            <a:off x="9918545" y="2984500"/>
            <a:ext cx="4796030" cy="530860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81" name="Google Shape;181;p17"/>
          <p:cNvSpPr txBox="1">
            <a:spLocks noGrp="1"/>
          </p:cNvSpPr>
          <p:nvPr>
            <p:ph type="body" idx="1"/>
          </p:nvPr>
        </p:nvSpPr>
        <p:spPr>
          <a:xfrm>
            <a:off x="4766313"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82" name="Google Shape;182;p17"/>
          <p:cNvSpPr txBox="1">
            <a:spLocks noGrp="1"/>
          </p:cNvSpPr>
          <p:nvPr>
            <p:ph type="body" idx="2"/>
          </p:nvPr>
        </p:nvSpPr>
        <p:spPr>
          <a:xfrm>
            <a:off x="4766313"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83" name="Google Shape;183;p17"/>
          <p:cNvSpPr txBox="1">
            <a:spLocks noGrp="1"/>
          </p:cNvSpPr>
          <p:nvPr>
            <p:ph type="body" idx="3"/>
          </p:nvPr>
        </p:nvSpPr>
        <p:spPr>
          <a:xfrm>
            <a:off x="10494761"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184" name="Google Shape;184;p17"/>
          <p:cNvSpPr txBox="1">
            <a:spLocks noGrp="1"/>
          </p:cNvSpPr>
          <p:nvPr>
            <p:ph type="body" idx="4"/>
          </p:nvPr>
        </p:nvSpPr>
        <p:spPr>
          <a:xfrm>
            <a:off x="10494761"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185" name="Google Shape;185;p17"/>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86" name="Google Shape;186;p17"/>
          <p:cNvSpPr txBox="1">
            <a:spLocks noGrp="1"/>
          </p:cNvSpPr>
          <p:nvPr>
            <p:ph type="body" idx="6"/>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87" name="Google Shape;187;p17"/>
          <p:cNvGrpSpPr/>
          <p:nvPr/>
        </p:nvGrpSpPr>
        <p:grpSpPr>
          <a:xfrm>
            <a:off x="-18288" y="9611418"/>
            <a:ext cx="18324576" cy="570251"/>
            <a:chOff x="-18288" y="9611418"/>
            <a:chExt cx="18324576" cy="570251"/>
          </a:xfrm>
        </p:grpSpPr>
        <p:sp>
          <p:nvSpPr>
            <p:cNvPr id="188" name="Google Shape;188;p17"/>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189" name="Google Shape;189;p17"/>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90" name="Google Shape;190;p17"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9 - Content - 4 Columns - Light">
  <p:cSld name="39 - Content - 4 Columns - Light">
    <p:bg>
      <p:bgPr>
        <a:solidFill>
          <a:schemeClr val="lt2"/>
        </a:solidFill>
        <a:effectLst/>
      </p:bgPr>
    </p:bg>
    <p:spTree>
      <p:nvGrpSpPr>
        <p:cNvPr id="1" name="Shape 191"/>
        <p:cNvGrpSpPr/>
        <p:nvPr/>
      </p:nvGrpSpPr>
      <p:grpSpPr>
        <a:xfrm>
          <a:off x="0" y="0"/>
          <a:ext cx="0" cy="0"/>
          <a:chOff x="0" y="0"/>
          <a:chExt cx="0" cy="0"/>
        </a:xfrm>
      </p:grpSpPr>
      <p:sp>
        <p:nvSpPr>
          <p:cNvPr id="192" name="Google Shape;192;p18"/>
          <p:cNvSpPr/>
          <p:nvPr/>
        </p:nvSpPr>
        <p:spPr>
          <a:xfrm>
            <a:off x="702183" y="3767328"/>
            <a:ext cx="4008122" cy="323088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93" name="Google Shape;193;p18"/>
          <p:cNvSpPr/>
          <p:nvPr/>
        </p:nvSpPr>
        <p:spPr>
          <a:xfrm>
            <a:off x="4945001" y="3767328"/>
            <a:ext cx="4008122" cy="323088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94" name="Google Shape;194;p18"/>
          <p:cNvSpPr/>
          <p:nvPr/>
        </p:nvSpPr>
        <p:spPr>
          <a:xfrm>
            <a:off x="9224393" y="3767328"/>
            <a:ext cx="4008122" cy="323088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95" name="Google Shape;195;p18"/>
          <p:cNvSpPr/>
          <p:nvPr/>
        </p:nvSpPr>
        <p:spPr>
          <a:xfrm>
            <a:off x="13503785" y="3767328"/>
            <a:ext cx="4008122" cy="3230880"/>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196" name="Google Shape;196;p18"/>
          <p:cNvSpPr txBox="1">
            <a:spLocks noGrp="1"/>
          </p:cNvSpPr>
          <p:nvPr>
            <p:ph type="body" idx="1"/>
          </p:nvPr>
        </p:nvSpPr>
        <p:spPr>
          <a:xfrm>
            <a:off x="982599"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97" name="Google Shape;197;p18"/>
          <p:cNvSpPr txBox="1">
            <a:spLocks noGrp="1"/>
          </p:cNvSpPr>
          <p:nvPr>
            <p:ph type="body" idx="2"/>
          </p:nvPr>
        </p:nvSpPr>
        <p:spPr>
          <a:xfrm>
            <a:off x="982599"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98" name="Google Shape;198;p18"/>
          <p:cNvSpPr txBox="1">
            <a:spLocks noGrp="1"/>
          </p:cNvSpPr>
          <p:nvPr>
            <p:ph type="body" idx="3"/>
          </p:nvPr>
        </p:nvSpPr>
        <p:spPr>
          <a:xfrm>
            <a:off x="5263685"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99" name="Google Shape;199;p18"/>
          <p:cNvSpPr txBox="1">
            <a:spLocks noGrp="1"/>
          </p:cNvSpPr>
          <p:nvPr>
            <p:ph type="body" idx="4"/>
          </p:nvPr>
        </p:nvSpPr>
        <p:spPr>
          <a:xfrm>
            <a:off x="5263683"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00" name="Google Shape;200;p18"/>
          <p:cNvSpPr txBox="1">
            <a:spLocks noGrp="1"/>
          </p:cNvSpPr>
          <p:nvPr>
            <p:ph type="body" idx="5"/>
          </p:nvPr>
        </p:nvSpPr>
        <p:spPr>
          <a:xfrm>
            <a:off x="9544767"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01" name="Google Shape;201;p18"/>
          <p:cNvSpPr txBox="1">
            <a:spLocks noGrp="1"/>
          </p:cNvSpPr>
          <p:nvPr>
            <p:ph type="body" idx="6"/>
          </p:nvPr>
        </p:nvSpPr>
        <p:spPr>
          <a:xfrm>
            <a:off x="9544767"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02" name="Google Shape;202;p18"/>
          <p:cNvSpPr txBox="1">
            <a:spLocks noGrp="1"/>
          </p:cNvSpPr>
          <p:nvPr>
            <p:ph type="body" idx="7"/>
          </p:nvPr>
        </p:nvSpPr>
        <p:spPr>
          <a:xfrm>
            <a:off x="13820933"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03" name="Google Shape;203;p18"/>
          <p:cNvSpPr txBox="1">
            <a:spLocks noGrp="1"/>
          </p:cNvSpPr>
          <p:nvPr>
            <p:ph type="body" idx="8"/>
          </p:nvPr>
        </p:nvSpPr>
        <p:spPr>
          <a:xfrm>
            <a:off x="13820931"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04" name="Google Shape;204;p18"/>
          <p:cNvSpPr txBox="1">
            <a:spLocks noGrp="1"/>
          </p:cNvSpPr>
          <p:nvPr>
            <p:ph type="body" idx="9"/>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05" name="Google Shape;205;p18"/>
          <p:cNvSpPr txBox="1">
            <a:spLocks noGrp="1"/>
          </p:cNvSpPr>
          <p:nvPr>
            <p:ph type="body" idx="13"/>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206" name="Google Shape;206;p18"/>
          <p:cNvGrpSpPr/>
          <p:nvPr/>
        </p:nvGrpSpPr>
        <p:grpSpPr>
          <a:xfrm>
            <a:off x="-18288" y="9611418"/>
            <a:ext cx="18324576" cy="570251"/>
            <a:chOff x="-18288" y="9611418"/>
            <a:chExt cx="18324576" cy="570251"/>
          </a:xfrm>
        </p:grpSpPr>
        <p:sp>
          <p:nvSpPr>
            <p:cNvPr id="207" name="Google Shape;207;p1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208" name="Google Shape;208;p1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209" name="Google Shape;209;p1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5 - Content - 2x2 - Light">
  <p:cSld name="45 - Content - 2x2 - Light">
    <p:bg>
      <p:bgPr>
        <a:solidFill>
          <a:schemeClr val="lt2"/>
        </a:solidFill>
        <a:effectLst/>
      </p:bgPr>
    </p:bg>
    <p:spTree>
      <p:nvGrpSpPr>
        <p:cNvPr id="1" name="Shape 210"/>
        <p:cNvGrpSpPr/>
        <p:nvPr/>
      </p:nvGrpSpPr>
      <p:grpSpPr>
        <a:xfrm>
          <a:off x="0" y="0"/>
          <a:ext cx="0" cy="0"/>
          <a:chOff x="0" y="0"/>
          <a:chExt cx="0" cy="0"/>
        </a:xfrm>
      </p:grpSpPr>
      <p:sp>
        <p:nvSpPr>
          <p:cNvPr id="211" name="Google Shape;211;p19"/>
          <p:cNvSpPr/>
          <p:nvPr/>
        </p:nvSpPr>
        <p:spPr>
          <a:xfrm>
            <a:off x="765983" y="3009192"/>
            <a:ext cx="7780530" cy="254070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12" name="Google Shape;212;p19"/>
          <p:cNvSpPr txBox="1">
            <a:spLocks noGrp="1"/>
          </p:cNvSpPr>
          <p:nvPr>
            <p:ph type="body" idx="1"/>
          </p:nvPr>
        </p:nvSpPr>
        <p:spPr>
          <a:xfrm>
            <a:off x="279798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13" name="Google Shape;213;p19"/>
          <p:cNvSpPr txBox="1">
            <a:spLocks noGrp="1"/>
          </p:cNvSpPr>
          <p:nvPr>
            <p:ph type="body" idx="2"/>
          </p:nvPr>
        </p:nvSpPr>
        <p:spPr>
          <a:xfrm>
            <a:off x="279798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14" name="Google Shape;214;p19"/>
          <p:cNvSpPr txBox="1">
            <a:spLocks noGrp="1"/>
          </p:cNvSpPr>
          <p:nvPr>
            <p:ph type="body" idx="3"/>
          </p:nvPr>
        </p:nvSpPr>
        <p:spPr>
          <a:xfrm>
            <a:off x="576072" y="533401"/>
            <a:ext cx="8529900" cy="40020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15" name="Google Shape;215;p19"/>
          <p:cNvSpPr txBox="1">
            <a:spLocks noGrp="1"/>
          </p:cNvSpPr>
          <p:nvPr>
            <p:ph type="body" idx="4"/>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16" name="Google Shape;216;p19"/>
          <p:cNvSpPr/>
          <p:nvPr/>
        </p:nvSpPr>
        <p:spPr>
          <a:xfrm>
            <a:off x="765983" y="6081576"/>
            <a:ext cx="7780530" cy="254070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17" name="Google Shape;217;p19"/>
          <p:cNvSpPr txBox="1">
            <a:spLocks noGrp="1"/>
          </p:cNvSpPr>
          <p:nvPr>
            <p:ph type="body" idx="5"/>
          </p:nvPr>
        </p:nvSpPr>
        <p:spPr>
          <a:xfrm>
            <a:off x="279798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18" name="Google Shape;218;p19"/>
          <p:cNvSpPr txBox="1">
            <a:spLocks noGrp="1"/>
          </p:cNvSpPr>
          <p:nvPr>
            <p:ph type="body" idx="6"/>
          </p:nvPr>
        </p:nvSpPr>
        <p:spPr>
          <a:xfrm>
            <a:off x="279798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19" name="Google Shape;219;p19"/>
          <p:cNvSpPr/>
          <p:nvPr/>
        </p:nvSpPr>
        <p:spPr>
          <a:xfrm>
            <a:off x="9178463" y="3009192"/>
            <a:ext cx="7780530" cy="254070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20" name="Google Shape;220;p19"/>
          <p:cNvSpPr txBox="1">
            <a:spLocks noGrp="1"/>
          </p:cNvSpPr>
          <p:nvPr>
            <p:ph type="body" idx="7"/>
          </p:nvPr>
        </p:nvSpPr>
        <p:spPr>
          <a:xfrm>
            <a:off x="1121046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21" name="Google Shape;221;p19"/>
          <p:cNvSpPr txBox="1">
            <a:spLocks noGrp="1"/>
          </p:cNvSpPr>
          <p:nvPr>
            <p:ph type="body" idx="8"/>
          </p:nvPr>
        </p:nvSpPr>
        <p:spPr>
          <a:xfrm>
            <a:off x="1121046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22" name="Google Shape;222;p19"/>
          <p:cNvSpPr/>
          <p:nvPr/>
        </p:nvSpPr>
        <p:spPr>
          <a:xfrm>
            <a:off x="9178463" y="6081576"/>
            <a:ext cx="7780530" cy="254070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23" name="Google Shape;223;p19"/>
          <p:cNvSpPr txBox="1">
            <a:spLocks noGrp="1"/>
          </p:cNvSpPr>
          <p:nvPr>
            <p:ph type="body" idx="9"/>
          </p:nvPr>
        </p:nvSpPr>
        <p:spPr>
          <a:xfrm>
            <a:off x="1121046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24" name="Google Shape;224;p19"/>
          <p:cNvSpPr txBox="1">
            <a:spLocks noGrp="1"/>
          </p:cNvSpPr>
          <p:nvPr>
            <p:ph type="body" idx="13"/>
          </p:nvPr>
        </p:nvSpPr>
        <p:spPr>
          <a:xfrm>
            <a:off x="1121046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225" name="Google Shape;225;p19"/>
          <p:cNvGrpSpPr/>
          <p:nvPr/>
        </p:nvGrpSpPr>
        <p:grpSpPr>
          <a:xfrm>
            <a:off x="-18288" y="9611418"/>
            <a:ext cx="18324576" cy="570251"/>
            <a:chOff x="-18288" y="9611418"/>
            <a:chExt cx="18324576" cy="570251"/>
          </a:xfrm>
        </p:grpSpPr>
        <p:sp>
          <p:nvSpPr>
            <p:cNvPr id="226" name="Google Shape;226;p19"/>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227" name="Google Shape;227;p19"/>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228" name="Google Shape;228;p19"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51 - Content - 2 Columns Large - Light">
  <p:cSld name="51 - Content - 2 Columns Large - Light">
    <p:bg>
      <p:bgPr>
        <a:solidFill>
          <a:schemeClr val="lt2"/>
        </a:solidFill>
        <a:effectLst/>
      </p:bgPr>
    </p:bg>
    <p:spTree>
      <p:nvGrpSpPr>
        <p:cNvPr id="1" name="Shape 229"/>
        <p:cNvGrpSpPr/>
        <p:nvPr/>
      </p:nvGrpSpPr>
      <p:grpSpPr>
        <a:xfrm>
          <a:off x="0" y="0"/>
          <a:ext cx="0" cy="0"/>
          <a:chOff x="0" y="0"/>
          <a:chExt cx="0" cy="0"/>
        </a:xfrm>
      </p:grpSpPr>
      <p:sp>
        <p:nvSpPr>
          <p:cNvPr id="230" name="Google Shape;230;p20"/>
          <p:cNvSpPr/>
          <p:nvPr/>
        </p:nvSpPr>
        <p:spPr>
          <a:xfrm>
            <a:off x="2233748" y="3121156"/>
            <a:ext cx="6727372" cy="476706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31" name="Google Shape;231;p20"/>
          <p:cNvSpPr/>
          <p:nvPr/>
        </p:nvSpPr>
        <p:spPr>
          <a:xfrm>
            <a:off x="9427030" y="3121156"/>
            <a:ext cx="6727372" cy="476706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32" name="Google Shape;232;p20"/>
          <p:cNvSpPr txBox="1">
            <a:spLocks noGrp="1"/>
          </p:cNvSpPr>
          <p:nvPr>
            <p:ph type="body" idx="1"/>
          </p:nvPr>
        </p:nvSpPr>
        <p:spPr>
          <a:xfrm>
            <a:off x="2922963"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25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33" name="Google Shape;233;p20"/>
          <p:cNvSpPr txBox="1">
            <a:spLocks noGrp="1"/>
          </p:cNvSpPr>
          <p:nvPr>
            <p:ph type="body" idx="2"/>
          </p:nvPr>
        </p:nvSpPr>
        <p:spPr>
          <a:xfrm>
            <a:off x="2922963"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34" name="Google Shape;234;p20"/>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35" name="Google Shape;235;p20"/>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36" name="Google Shape;236;p20"/>
          <p:cNvSpPr txBox="1">
            <a:spLocks noGrp="1"/>
          </p:cNvSpPr>
          <p:nvPr>
            <p:ph type="body" idx="5"/>
          </p:nvPr>
        </p:nvSpPr>
        <p:spPr>
          <a:xfrm>
            <a:off x="10116245"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25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37" name="Google Shape;237;p20"/>
          <p:cNvSpPr txBox="1">
            <a:spLocks noGrp="1"/>
          </p:cNvSpPr>
          <p:nvPr>
            <p:ph type="body" idx="6"/>
          </p:nvPr>
        </p:nvSpPr>
        <p:spPr>
          <a:xfrm>
            <a:off x="10116245"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grpSp>
        <p:nvGrpSpPr>
          <p:cNvPr id="238" name="Google Shape;238;p20"/>
          <p:cNvGrpSpPr/>
          <p:nvPr/>
        </p:nvGrpSpPr>
        <p:grpSpPr>
          <a:xfrm>
            <a:off x="-18288" y="9611418"/>
            <a:ext cx="18324576" cy="570251"/>
            <a:chOff x="-18288" y="9611418"/>
            <a:chExt cx="18324576" cy="570251"/>
          </a:xfrm>
        </p:grpSpPr>
        <p:sp>
          <p:nvSpPr>
            <p:cNvPr id="239" name="Google Shape;239;p20"/>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240" name="Google Shape;240;p20"/>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241" name="Google Shape;241;p20"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57 - Content - 3 Columns Large - Light">
  <p:cSld name="57 - Content - 3 Columns Carge - Light">
    <p:bg>
      <p:bgPr>
        <a:solidFill>
          <a:schemeClr val="lt2"/>
        </a:solidFill>
        <a:effectLst/>
      </p:bgPr>
    </p:bg>
    <p:spTree>
      <p:nvGrpSpPr>
        <p:cNvPr id="1" name="Shape 242"/>
        <p:cNvGrpSpPr/>
        <p:nvPr/>
      </p:nvGrpSpPr>
      <p:grpSpPr>
        <a:xfrm>
          <a:off x="0" y="0"/>
          <a:ext cx="0" cy="0"/>
          <a:chOff x="0" y="0"/>
          <a:chExt cx="0" cy="0"/>
        </a:xfrm>
      </p:grpSpPr>
      <p:sp>
        <p:nvSpPr>
          <p:cNvPr id="243" name="Google Shape;243;p21"/>
          <p:cNvSpPr/>
          <p:nvPr/>
        </p:nvSpPr>
        <p:spPr>
          <a:xfrm>
            <a:off x="953261" y="2897856"/>
            <a:ext cx="4796030" cy="530858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44" name="Google Shape;244;p21"/>
          <p:cNvSpPr/>
          <p:nvPr/>
        </p:nvSpPr>
        <p:spPr>
          <a:xfrm>
            <a:off x="6710969" y="2897856"/>
            <a:ext cx="4796030" cy="530858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45" name="Google Shape;245;p21"/>
          <p:cNvSpPr/>
          <p:nvPr/>
        </p:nvSpPr>
        <p:spPr>
          <a:xfrm>
            <a:off x="12468675" y="2897856"/>
            <a:ext cx="4796030" cy="530858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46" name="Google Shape;246;p21"/>
          <p:cNvSpPr txBox="1">
            <a:spLocks noGrp="1"/>
          </p:cNvSpPr>
          <p:nvPr>
            <p:ph type="body" idx="1"/>
          </p:nvPr>
        </p:nvSpPr>
        <p:spPr>
          <a:xfrm>
            <a:off x="1374830"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47" name="Google Shape;247;p21"/>
          <p:cNvSpPr txBox="1">
            <a:spLocks noGrp="1"/>
          </p:cNvSpPr>
          <p:nvPr>
            <p:ph type="body" idx="2"/>
          </p:nvPr>
        </p:nvSpPr>
        <p:spPr>
          <a:xfrm>
            <a:off x="1374830"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48" name="Google Shape;248;p21"/>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49" name="Google Shape;249;p21"/>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50" name="Google Shape;250;p21"/>
          <p:cNvSpPr txBox="1">
            <a:spLocks noGrp="1"/>
          </p:cNvSpPr>
          <p:nvPr>
            <p:ph type="body" idx="5"/>
          </p:nvPr>
        </p:nvSpPr>
        <p:spPr>
          <a:xfrm>
            <a:off x="7129454"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51" name="Google Shape;251;p21"/>
          <p:cNvSpPr txBox="1">
            <a:spLocks noGrp="1"/>
          </p:cNvSpPr>
          <p:nvPr>
            <p:ph type="body" idx="6"/>
          </p:nvPr>
        </p:nvSpPr>
        <p:spPr>
          <a:xfrm>
            <a:off x="7129454"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52" name="Google Shape;252;p21"/>
          <p:cNvSpPr txBox="1">
            <a:spLocks noGrp="1"/>
          </p:cNvSpPr>
          <p:nvPr>
            <p:ph type="body" idx="7"/>
          </p:nvPr>
        </p:nvSpPr>
        <p:spPr>
          <a:xfrm>
            <a:off x="12884078"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53" name="Google Shape;253;p21"/>
          <p:cNvSpPr txBox="1">
            <a:spLocks noGrp="1"/>
          </p:cNvSpPr>
          <p:nvPr>
            <p:ph type="body" idx="8"/>
          </p:nvPr>
        </p:nvSpPr>
        <p:spPr>
          <a:xfrm>
            <a:off x="12884078"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grpSp>
        <p:nvGrpSpPr>
          <p:cNvPr id="254" name="Google Shape;254;p21"/>
          <p:cNvGrpSpPr/>
          <p:nvPr/>
        </p:nvGrpSpPr>
        <p:grpSpPr>
          <a:xfrm>
            <a:off x="-18288" y="9611418"/>
            <a:ext cx="18324576" cy="570251"/>
            <a:chOff x="-18288" y="9611418"/>
            <a:chExt cx="18324576" cy="570251"/>
          </a:xfrm>
        </p:grpSpPr>
        <p:sp>
          <p:nvSpPr>
            <p:cNvPr id="255" name="Google Shape;255;p21"/>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256" name="Google Shape;256;p21"/>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257" name="Google Shape;257;p21"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63 - Content - 4 Columns Large - Light">
  <p:cSld name="63 - Content - 4 Columns Large - Light">
    <p:bg>
      <p:bgPr>
        <a:solidFill>
          <a:schemeClr val="lt1"/>
        </a:solidFill>
        <a:effectLst/>
      </p:bgPr>
    </p:bg>
    <p:spTree>
      <p:nvGrpSpPr>
        <p:cNvPr id="1" name="Shape 258"/>
        <p:cNvGrpSpPr/>
        <p:nvPr/>
      </p:nvGrpSpPr>
      <p:grpSpPr>
        <a:xfrm>
          <a:off x="0" y="0"/>
          <a:ext cx="0" cy="0"/>
          <a:chOff x="0" y="0"/>
          <a:chExt cx="0" cy="0"/>
        </a:xfrm>
      </p:grpSpPr>
      <p:sp>
        <p:nvSpPr>
          <p:cNvPr id="259" name="Google Shape;259;p22"/>
          <p:cNvSpPr/>
          <p:nvPr/>
        </p:nvSpPr>
        <p:spPr>
          <a:xfrm>
            <a:off x="576073" y="3604994"/>
            <a:ext cx="3971546" cy="4100332"/>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260" name="Google Shape;260;p22"/>
          <p:cNvSpPr/>
          <p:nvPr/>
        </p:nvSpPr>
        <p:spPr>
          <a:xfrm>
            <a:off x="4864399" y="3604994"/>
            <a:ext cx="3971546" cy="4100332"/>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accent5"/>
              </a:solidFill>
              <a:latin typeface="Arial"/>
              <a:ea typeface="Arial"/>
              <a:cs typeface="Arial"/>
              <a:sym typeface="Arial"/>
            </a:endParaRPr>
          </a:p>
        </p:txBody>
      </p:sp>
      <p:sp>
        <p:nvSpPr>
          <p:cNvPr id="261" name="Google Shape;261;p22"/>
          <p:cNvSpPr/>
          <p:nvPr/>
        </p:nvSpPr>
        <p:spPr>
          <a:xfrm>
            <a:off x="9152723" y="3604994"/>
            <a:ext cx="3971546" cy="4100332"/>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62" name="Google Shape;262;p22"/>
          <p:cNvSpPr/>
          <p:nvPr/>
        </p:nvSpPr>
        <p:spPr>
          <a:xfrm>
            <a:off x="13441047" y="3604994"/>
            <a:ext cx="3971546" cy="4100332"/>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63" name="Google Shape;263;p22"/>
          <p:cNvSpPr txBox="1">
            <a:spLocks noGrp="1"/>
          </p:cNvSpPr>
          <p:nvPr>
            <p:ph type="body" idx="1"/>
          </p:nvPr>
        </p:nvSpPr>
        <p:spPr>
          <a:xfrm>
            <a:off x="868683"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64" name="Google Shape;264;p22"/>
          <p:cNvSpPr txBox="1">
            <a:spLocks noGrp="1"/>
          </p:cNvSpPr>
          <p:nvPr>
            <p:ph type="body" idx="2"/>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65" name="Google Shape;265;p22"/>
          <p:cNvSpPr txBox="1">
            <a:spLocks noGrp="1"/>
          </p:cNvSpPr>
          <p:nvPr>
            <p:ph type="body" idx="3"/>
          </p:nvPr>
        </p:nvSpPr>
        <p:spPr>
          <a:xfrm>
            <a:off x="5131401"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66" name="Google Shape;266;p22"/>
          <p:cNvSpPr txBox="1">
            <a:spLocks noGrp="1"/>
          </p:cNvSpPr>
          <p:nvPr>
            <p:ph type="body" idx="4"/>
          </p:nvPr>
        </p:nvSpPr>
        <p:spPr>
          <a:xfrm>
            <a:off x="5131401"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67" name="Google Shape;267;p22"/>
          <p:cNvSpPr txBox="1">
            <a:spLocks noGrp="1"/>
          </p:cNvSpPr>
          <p:nvPr>
            <p:ph type="body" idx="5"/>
          </p:nvPr>
        </p:nvSpPr>
        <p:spPr>
          <a:xfrm>
            <a:off x="9434459"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68" name="Google Shape;268;p22"/>
          <p:cNvSpPr txBox="1">
            <a:spLocks noGrp="1"/>
          </p:cNvSpPr>
          <p:nvPr>
            <p:ph type="body" idx="6"/>
          </p:nvPr>
        </p:nvSpPr>
        <p:spPr>
          <a:xfrm>
            <a:off x="9434459"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69" name="Google Shape;269;p22"/>
          <p:cNvSpPr txBox="1">
            <a:spLocks noGrp="1"/>
          </p:cNvSpPr>
          <p:nvPr>
            <p:ph type="body" idx="7"/>
          </p:nvPr>
        </p:nvSpPr>
        <p:spPr>
          <a:xfrm>
            <a:off x="13777859"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70" name="Google Shape;270;p22"/>
          <p:cNvSpPr txBox="1">
            <a:spLocks noGrp="1"/>
          </p:cNvSpPr>
          <p:nvPr>
            <p:ph type="body" idx="8"/>
          </p:nvPr>
        </p:nvSpPr>
        <p:spPr>
          <a:xfrm>
            <a:off x="13777859"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71" name="Google Shape;271;p22"/>
          <p:cNvSpPr txBox="1">
            <a:spLocks noGrp="1"/>
          </p:cNvSpPr>
          <p:nvPr>
            <p:ph type="body" idx="9"/>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72" name="Google Shape;272;p22"/>
          <p:cNvSpPr txBox="1">
            <a:spLocks noGrp="1"/>
          </p:cNvSpPr>
          <p:nvPr>
            <p:ph type="body" idx="13"/>
          </p:nvPr>
        </p:nvSpPr>
        <p:spPr>
          <a:xfrm>
            <a:off x="868683"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273" name="Google Shape;273;p22"/>
          <p:cNvGrpSpPr/>
          <p:nvPr/>
        </p:nvGrpSpPr>
        <p:grpSpPr>
          <a:xfrm>
            <a:off x="-18288" y="9611418"/>
            <a:ext cx="18324576" cy="570251"/>
            <a:chOff x="-18288" y="9611418"/>
            <a:chExt cx="18324576" cy="570251"/>
          </a:xfrm>
        </p:grpSpPr>
        <p:sp>
          <p:nvSpPr>
            <p:cNvPr id="274" name="Google Shape;274;p22"/>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275" name="Google Shape;275;p22"/>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276" name="Google Shape;276;p22"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9 - Content - 4 Columns Double Large - Light">
  <p:cSld name="69 - Content - 4 Columns Double Large - Light">
    <p:bg>
      <p:bgPr>
        <a:solidFill>
          <a:schemeClr val="lt2"/>
        </a:solidFill>
        <a:effectLst/>
      </p:bgPr>
    </p:bg>
    <p:spTree>
      <p:nvGrpSpPr>
        <p:cNvPr id="1" name="Shape 277"/>
        <p:cNvGrpSpPr/>
        <p:nvPr/>
      </p:nvGrpSpPr>
      <p:grpSpPr>
        <a:xfrm>
          <a:off x="0" y="0"/>
          <a:ext cx="0" cy="0"/>
          <a:chOff x="0" y="0"/>
          <a:chExt cx="0" cy="0"/>
        </a:xfrm>
      </p:grpSpPr>
      <p:sp>
        <p:nvSpPr>
          <p:cNvPr id="278" name="Google Shape;278;p23"/>
          <p:cNvSpPr/>
          <p:nvPr/>
        </p:nvSpPr>
        <p:spPr>
          <a:xfrm>
            <a:off x="737398" y="2132082"/>
            <a:ext cx="5250172" cy="332992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79" name="Google Shape;279;p23"/>
          <p:cNvSpPr/>
          <p:nvPr/>
        </p:nvSpPr>
        <p:spPr>
          <a:xfrm>
            <a:off x="6404668" y="2132082"/>
            <a:ext cx="5250172" cy="332992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80" name="Google Shape;280;p23"/>
          <p:cNvSpPr/>
          <p:nvPr/>
        </p:nvSpPr>
        <p:spPr>
          <a:xfrm>
            <a:off x="12041794" y="2132082"/>
            <a:ext cx="5250172" cy="332992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81" name="Google Shape;281;p23"/>
          <p:cNvSpPr/>
          <p:nvPr/>
        </p:nvSpPr>
        <p:spPr>
          <a:xfrm>
            <a:off x="737398" y="5829874"/>
            <a:ext cx="5250172" cy="332992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82" name="Google Shape;282;p23"/>
          <p:cNvSpPr/>
          <p:nvPr/>
        </p:nvSpPr>
        <p:spPr>
          <a:xfrm>
            <a:off x="6404668" y="5829874"/>
            <a:ext cx="5250172" cy="332992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83" name="Google Shape;283;p23"/>
          <p:cNvSpPr/>
          <p:nvPr/>
        </p:nvSpPr>
        <p:spPr>
          <a:xfrm>
            <a:off x="12041794" y="5829874"/>
            <a:ext cx="5250172" cy="3329928"/>
          </a:xfrm>
          <a:prstGeom prst="roundRect">
            <a:avLst>
              <a:gd name="adj" fmla="val 4433"/>
            </a:avLst>
          </a:prstGeom>
          <a:solidFill>
            <a:srgbClr val="F5F7FF"/>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284" name="Google Shape;284;p23"/>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85" name="Google Shape;285;p23"/>
          <p:cNvSpPr txBox="1">
            <a:spLocks noGrp="1"/>
          </p:cNvSpPr>
          <p:nvPr>
            <p:ph type="body" idx="2"/>
          </p:nvPr>
        </p:nvSpPr>
        <p:spPr>
          <a:xfrm>
            <a:off x="1170432"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86" name="Google Shape;286;p23"/>
          <p:cNvSpPr txBox="1">
            <a:spLocks noGrp="1"/>
          </p:cNvSpPr>
          <p:nvPr>
            <p:ph type="body" idx="3"/>
          </p:nvPr>
        </p:nvSpPr>
        <p:spPr>
          <a:xfrm>
            <a:off x="1170432"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87" name="Google Shape;287;p23"/>
          <p:cNvSpPr txBox="1">
            <a:spLocks noGrp="1"/>
          </p:cNvSpPr>
          <p:nvPr>
            <p:ph type="body" idx="4"/>
          </p:nvPr>
        </p:nvSpPr>
        <p:spPr>
          <a:xfrm>
            <a:off x="6816398"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88" name="Google Shape;288;p23"/>
          <p:cNvSpPr txBox="1">
            <a:spLocks noGrp="1"/>
          </p:cNvSpPr>
          <p:nvPr>
            <p:ph type="body" idx="5"/>
          </p:nvPr>
        </p:nvSpPr>
        <p:spPr>
          <a:xfrm>
            <a:off x="6816398"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89" name="Google Shape;289;p23"/>
          <p:cNvSpPr txBox="1">
            <a:spLocks noGrp="1"/>
          </p:cNvSpPr>
          <p:nvPr>
            <p:ph type="body" idx="6"/>
          </p:nvPr>
        </p:nvSpPr>
        <p:spPr>
          <a:xfrm>
            <a:off x="12485526"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90" name="Google Shape;290;p23"/>
          <p:cNvSpPr txBox="1">
            <a:spLocks noGrp="1"/>
          </p:cNvSpPr>
          <p:nvPr>
            <p:ph type="body" idx="7"/>
          </p:nvPr>
        </p:nvSpPr>
        <p:spPr>
          <a:xfrm>
            <a:off x="12485526"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91" name="Google Shape;291;p23"/>
          <p:cNvSpPr txBox="1">
            <a:spLocks noGrp="1"/>
          </p:cNvSpPr>
          <p:nvPr>
            <p:ph type="body" idx="8"/>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dk1"/>
              </a:buClr>
              <a:buSzPts val="2200"/>
              <a:buFont typeface="Arial"/>
              <a:buNone/>
              <a:defRPr sz="26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100000"/>
              </a:lnSpc>
              <a:spcBef>
                <a:spcPts val="600"/>
              </a:spcBef>
              <a:spcAft>
                <a:spcPts val="0"/>
              </a:spcAft>
              <a:buClr>
                <a:schemeClr val="dk1"/>
              </a:buClr>
              <a:buSzPts val="18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600"/>
              </a:spcBef>
              <a:spcAft>
                <a:spcPts val="0"/>
              </a:spcAft>
              <a:buClr>
                <a:schemeClr val="dk1"/>
              </a:buClr>
              <a:buSzPts val="16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100000"/>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292" name="Google Shape;292;p23"/>
          <p:cNvSpPr txBox="1">
            <a:spLocks noGrp="1"/>
          </p:cNvSpPr>
          <p:nvPr>
            <p:ph type="body" idx="9"/>
          </p:nvPr>
        </p:nvSpPr>
        <p:spPr>
          <a:xfrm>
            <a:off x="1170432"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93" name="Google Shape;293;p23"/>
          <p:cNvSpPr txBox="1">
            <a:spLocks noGrp="1"/>
          </p:cNvSpPr>
          <p:nvPr>
            <p:ph type="body" idx="13"/>
          </p:nvPr>
        </p:nvSpPr>
        <p:spPr>
          <a:xfrm>
            <a:off x="1170432"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94" name="Google Shape;294;p23"/>
          <p:cNvSpPr txBox="1">
            <a:spLocks noGrp="1"/>
          </p:cNvSpPr>
          <p:nvPr>
            <p:ph type="body" idx="14"/>
          </p:nvPr>
        </p:nvSpPr>
        <p:spPr>
          <a:xfrm>
            <a:off x="6816398"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95" name="Google Shape;295;p23"/>
          <p:cNvSpPr txBox="1">
            <a:spLocks noGrp="1"/>
          </p:cNvSpPr>
          <p:nvPr>
            <p:ph type="body" idx="15"/>
          </p:nvPr>
        </p:nvSpPr>
        <p:spPr>
          <a:xfrm>
            <a:off x="6816398"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296" name="Google Shape;296;p23"/>
          <p:cNvSpPr txBox="1">
            <a:spLocks noGrp="1"/>
          </p:cNvSpPr>
          <p:nvPr>
            <p:ph type="body" idx="16"/>
          </p:nvPr>
        </p:nvSpPr>
        <p:spPr>
          <a:xfrm>
            <a:off x="12485526"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297" name="Google Shape;297;p23"/>
          <p:cNvSpPr txBox="1">
            <a:spLocks noGrp="1"/>
          </p:cNvSpPr>
          <p:nvPr>
            <p:ph type="body" idx="17"/>
          </p:nvPr>
        </p:nvSpPr>
        <p:spPr>
          <a:xfrm>
            <a:off x="12485526"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grpSp>
        <p:nvGrpSpPr>
          <p:cNvPr id="298" name="Google Shape;298;p23"/>
          <p:cNvGrpSpPr/>
          <p:nvPr/>
        </p:nvGrpSpPr>
        <p:grpSpPr>
          <a:xfrm>
            <a:off x="-18288" y="9611418"/>
            <a:ext cx="18324576" cy="570251"/>
            <a:chOff x="-18288" y="9611418"/>
            <a:chExt cx="18324576" cy="570251"/>
          </a:xfrm>
        </p:grpSpPr>
        <p:sp>
          <p:nvSpPr>
            <p:cNvPr id="299" name="Google Shape;299;p23"/>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00" name="Google Shape;300;p23"/>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01" name="Google Shape;301;p23"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78 - Content - Large Header 2 - Light">
  <p:cSld name="78 - Content - Large Header 2 - Light">
    <p:bg>
      <p:bgPr>
        <a:solidFill>
          <a:schemeClr val="lt1"/>
        </a:solidFill>
        <a:effectLst/>
      </p:bgPr>
    </p:bg>
    <p:spTree>
      <p:nvGrpSpPr>
        <p:cNvPr id="1" name="Shape 302"/>
        <p:cNvGrpSpPr/>
        <p:nvPr/>
      </p:nvGrpSpPr>
      <p:grpSpPr>
        <a:xfrm>
          <a:off x="0" y="0"/>
          <a:ext cx="0" cy="0"/>
          <a:chOff x="0" y="0"/>
          <a:chExt cx="0" cy="0"/>
        </a:xfrm>
      </p:grpSpPr>
      <p:sp>
        <p:nvSpPr>
          <p:cNvPr id="303" name="Google Shape;303;p24"/>
          <p:cNvSpPr txBox="1">
            <a:spLocks noGrp="1"/>
          </p:cNvSpPr>
          <p:nvPr>
            <p:ph type="body" idx="1"/>
          </p:nvPr>
        </p:nvSpPr>
        <p:spPr>
          <a:xfrm>
            <a:off x="576072" y="2647955"/>
            <a:ext cx="11324576" cy="11239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75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04" name="Google Shape;304;p24"/>
          <p:cNvSpPr txBox="1">
            <a:spLocks noGrp="1"/>
          </p:cNvSpPr>
          <p:nvPr>
            <p:ph type="body" idx="2"/>
          </p:nvPr>
        </p:nvSpPr>
        <p:spPr>
          <a:xfrm>
            <a:off x="576072" y="3771906"/>
            <a:ext cx="11324576" cy="112395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05" name="Google Shape;305;p24"/>
          <p:cNvSpPr txBox="1">
            <a:spLocks noGrp="1"/>
          </p:cNvSpPr>
          <p:nvPr>
            <p:ph type="body" idx="3"/>
          </p:nvPr>
        </p:nvSpPr>
        <p:spPr>
          <a:xfrm>
            <a:off x="6305594"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06" name="Google Shape;306;p24"/>
          <p:cNvSpPr txBox="1">
            <a:spLocks noGrp="1"/>
          </p:cNvSpPr>
          <p:nvPr>
            <p:ph type="body" idx="4"/>
          </p:nvPr>
        </p:nvSpPr>
        <p:spPr>
          <a:xfrm>
            <a:off x="12034040"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07" name="Google Shape;307;p24"/>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dk1"/>
              </a:buClr>
              <a:buSzPts val="2200"/>
              <a:buFont typeface="Arial"/>
              <a:buNone/>
              <a:defRPr sz="26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100000"/>
              </a:lnSpc>
              <a:spcBef>
                <a:spcPts val="600"/>
              </a:spcBef>
              <a:spcAft>
                <a:spcPts val="0"/>
              </a:spcAft>
              <a:buClr>
                <a:schemeClr val="dk1"/>
              </a:buClr>
              <a:buSzPts val="18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600"/>
              </a:spcBef>
              <a:spcAft>
                <a:spcPts val="0"/>
              </a:spcAft>
              <a:buClr>
                <a:schemeClr val="dk1"/>
              </a:buClr>
              <a:buSzPts val="16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100000"/>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9pPr>
          </a:lstStyle>
          <a:p>
            <a:endParaRPr/>
          </a:p>
        </p:txBody>
      </p:sp>
      <p:grpSp>
        <p:nvGrpSpPr>
          <p:cNvPr id="308" name="Google Shape;308;p24"/>
          <p:cNvGrpSpPr/>
          <p:nvPr/>
        </p:nvGrpSpPr>
        <p:grpSpPr>
          <a:xfrm>
            <a:off x="-18288" y="9611418"/>
            <a:ext cx="18324576" cy="570251"/>
            <a:chOff x="-18288" y="9611418"/>
            <a:chExt cx="18324576" cy="570251"/>
          </a:xfrm>
        </p:grpSpPr>
        <p:sp>
          <p:nvSpPr>
            <p:cNvPr id="309" name="Google Shape;309;p24"/>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10" name="Google Shape;310;p24"/>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11" name="Google Shape;311;p24"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81 - Content - Large Header 3 Column - Light">
  <p:cSld name="81 - Content - Large Header 3 Column - Light">
    <p:bg>
      <p:bgPr>
        <a:solidFill>
          <a:schemeClr val="lt1"/>
        </a:solidFill>
        <a:effectLst/>
      </p:bgPr>
    </p:bg>
    <p:spTree>
      <p:nvGrpSpPr>
        <p:cNvPr id="1" name="Shape 312"/>
        <p:cNvGrpSpPr/>
        <p:nvPr/>
      </p:nvGrpSpPr>
      <p:grpSpPr>
        <a:xfrm>
          <a:off x="0" y="0"/>
          <a:ext cx="0" cy="0"/>
          <a:chOff x="0" y="0"/>
          <a:chExt cx="0" cy="0"/>
        </a:xfrm>
      </p:grpSpPr>
      <p:sp>
        <p:nvSpPr>
          <p:cNvPr id="313" name="Google Shape;313;p25"/>
          <p:cNvSpPr txBox="1">
            <a:spLocks noGrp="1"/>
          </p:cNvSpPr>
          <p:nvPr>
            <p:ph type="body" idx="1"/>
          </p:nvPr>
        </p:nvSpPr>
        <p:spPr>
          <a:xfrm>
            <a:off x="576072" y="2647955"/>
            <a:ext cx="11324576" cy="11239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75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14" name="Google Shape;314;p25"/>
          <p:cNvSpPr txBox="1">
            <a:spLocks noGrp="1"/>
          </p:cNvSpPr>
          <p:nvPr>
            <p:ph type="body" idx="2"/>
          </p:nvPr>
        </p:nvSpPr>
        <p:spPr>
          <a:xfrm>
            <a:off x="576072" y="3771906"/>
            <a:ext cx="11324576" cy="112395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15" name="Google Shape;315;p25"/>
          <p:cNvSpPr txBox="1">
            <a:spLocks noGrp="1"/>
          </p:cNvSpPr>
          <p:nvPr>
            <p:ph type="body" idx="3"/>
          </p:nvPr>
        </p:nvSpPr>
        <p:spPr>
          <a:xfrm>
            <a:off x="6305594"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16" name="Google Shape;316;p25"/>
          <p:cNvSpPr txBox="1">
            <a:spLocks noGrp="1"/>
          </p:cNvSpPr>
          <p:nvPr>
            <p:ph type="body" idx="4"/>
          </p:nvPr>
        </p:nvSpPr>
        <p:spPr>
          <a:xfrm>
            <a:off x="12034040"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17" name="Google Shape;317;p25"/>
          <p:cNvSpPr txBox="1">
            <a:spLocks noGrp="1"/>
          </p:cNvSpPr>
          <p:nvPr>
            <p:ph type="body" idx="5"/>
          </p:nvPr>
        </p:nvSpPr>
        <p:spPr>
          <a:xfrm>
            <a:off x="577146"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18" name="Google Shape;318;p25"/>
          <p:cNvSpPr txBox="1">
            <a:spLocks noGrp="1"/>
          </p:cNvSpPr>
          <p:nvPr>
            <p:ph type="body" idx="6"/>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dk1"/>
              </a:buClr>
              <a:buSzPts val="2200"/>
              <a:buFont typeface="Arial"/>
              <a:buNone/>
              <a:defRPr sz="26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100000"/>
              </a:lnSpc>
              <a:spcBef>
                <a:spcPts val="600"/>
              </a:spcBef>
              <a:spcAft>
                <a:spcPts val="0"/>
              </a:spcAft>
              <a:buClr>
                <a:schemeClr val="dk1"/>
              </a:buClr>
              <a:buSzPts val="18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600"/>
              </a:spcBef>
              <a:spcAft>
                <a:spcPts val="0"/>
              </a:spcAft>
              <a:buClr>
                <a:schemeClr val="dk1"/>
              </a:buClr>
              <a:buSzPts val="16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100000"/>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9pPr>
          </a:lstStyle>
          <a:p>
            <a:endParaRPr/>
          </a:p>
        </p:txBody>
      </p:sp>
      <p:grpSp>
        <p:nvGrpSpPr>
          <p:cNvPr id="319" name="Google Shape;319;p25"/>
          <p:cNvGrpSpPr/>
          <p:nvPr/>
        </p:nvGrpSpPr>
        <p:grpSpPr>
          <a:xfrm>
            <a:off x="-18288" y="9611418"/>
            <a:ext cx="18324576" cy="570251"/>
            <a:chOff x="-18288" y="9611418"/>
            <a:chExt cx="18324576" cy="570251"/>
          </a:xfrm>
        </p:grpSpPr>
        <p:sp>
          <p:nvSpPr>
            <p:cNvPr id="320" name="Google Shape;320;p25"/>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21" name="Google Shape;321;p25"/>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22" name="Google Shape;322;p25"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87 - Content - Image with Text Alt - Light">
  <p:cSld name="87 - Content - Image with Text Alt - Light">
    <p:bg>
      <p:bgPr>
        <a:solidFill>
          <a:schemeClr val="lt1"/>
        </a:solidFill>
        <a:effectLst/>
      </p:bgPr>
    </p:bg>
    <p:spTree>
      <p:nvGrpSpPr>
        <p:cNvPr id="1" name="Shape 323"/>
        <p:cNvGrpSpPr/>
        <p:nvPr/>
      </p:nvGrpSpPr>
      <p:grpSpPr>
        <a:xfrm>
          <a:off x="0" y="0"/>
          <a:ext cx="0" cy="0"/>
          <a:chOff x="0" y="0"/>
          <a:chExt cx="0" cy="0"/>
        </a:xfrm>
      </p:grpSpPr>
      <p:sp>
        <p:nvSpPr>
          <p:cNvPr id="324" name="Google Shape;324;p26"/>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dk1"/>
              </a:buClr>
              <a:buSzPts val="2200"/>
              <a:buFont typeface="Arial"/>
              <a:buNone/>
              <a:defRPr sz="26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100000"/>
              </a:lnSpc>
              <a:spcBef>
                <a:spcPts val="600"/>
              </a:spcBef>
              <a:spcAft>
                <a:spcPts val="0"/>
              </a:spcAft>
              <a:buClr>
                <a:schemeClr val="dk1"/>
              </a:buClr>
              <a:buSzPts val="18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600"/>
              </a:spcBef>
              <a:spcAft>
                <a:spcPts val="0"/>
              </a:spcAft>
              <a:buClr>
                <a:schemeClr val="dk1"/>
              </a:buClr>
              <a:buSzPts val="16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100000"/>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25" name="Google Shape;325;p26"/>
          <p:cNvSpPr>
            <a:spLocks noGrp="1"/>
          </p:cNvSpPr>
          <p:nvPr>
            <p:ph type="pic" idx="2"/>
          </p:nvPr>
        </p:nvSpPr>
        <p:spPr>
          <a:xfrm rot="5400000">
            <a:off x="-925190" y="2065833"/>
            <a:ext cx="8054624" cy="6204250"/>
          </a:xfrm>
          <a:prstGeom prst="round2SameRect">
            <a:avLst>
              <a:gd name="adj1" fmla="val 3228"/>
              <a:gd name="adj2" fmla="val 0"/>
            </a:avLst>
          </a:prstGeom>
          <a:solidFill>
            <a:schemeClr val="accent5"/>
          </a:solidFill>
          <a:ln>
            <a:noFill/>
          </a:ln>
        </p:spPr>
      </p:sp>
      <p:sp>
        <p:nvSpPr>
          <p:cNvPr id="326" name="Google Shape;326;p26"/>
          <p:cNvSpPr txBox="1">
            <a:spLocks noGrp="1"/>
          </p:cNvSpPr>
          <p:nvPr>
            <p:ph type="body" idx="3"/>
          </p:nvPr>
        </p:nvSpPr>
        <p:spPr>
          <a:xfrm>
            <a:off x="7735673" y="2513485"/>
            <a:ext cx="8858002" cy="11239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75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27" name="Google Shape;327;p26"/>
          <p:cNvSpPr txBox="1">
            <a:spLocks noGrp="1"/>
          </p:cNvSpPr>
          <p:nvPr>
            <p:ph type="body" idx="4"/>
          </p:nvPr>
        </p:nvSpPr>
        <p:spPr>
          <a:xfrm>
            <a:off x="7735669" y="3637436"/>
            <a:ext cx="8858002" cy="112395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28" name="Google Shape;328;p26"/>
          <p:cNvSpPr txBox="1">
            <a:spLocks noGrp="1"/>
          </p:cNvSpPr>
          <p:nvPr>
            <p:ph type="body" idx="5"/>
          </p:nvPr>
        </p:nvSpPr>
        <p:spPr>
          <a:xfrm>
            <a:off x="7735673" y="6171880"/>
            <a:ext cx="417350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329" name="Google Shape;329;p26"/>
          <p:cNvSpPr txBox="1">
            <a:spLocks noGrp="1"/>
          </p:cNvSpPr>
          <p:nvPr>
            <p:ph type="body" idx="6"/>
          </p:nvPr>
        </p:nvSpPr>
        <p:spPr>
          <a:xfrm>
            <a:off x="12420169" y="6171880"/>
            <a:ext cx="417350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330" name="Google Shape;330;p26"/>
          <p:cNvGrpSpPr/>
          <p:nvPr/>
        </p:nvGrpSpPr>
        <p:grpSpPr>
          <a:xfrm>
            <a:off x="-18288" y="9611418"/>
            <a:ext cx="18324576" cy="570251"/>
            <a:chOff x="-18288" y="9611418"/>
            <a:chExt cx="18324576" cy="570251"/>
          </a:xfrm>
        </p:grpSpPr>
        <p:sp>
          <p:nvSpPr>
            <p:cNvPr id="331" name="Google Shape;331;p26"/>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32" name="Google Shape;332;p26"/>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33" name="Google Shape;333;p26"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90 - Content - 2 Image Columns - Light">
  <p:cSld name="90 - Content - 2 Image Columns - Light">
    <p:bg>
      <p:bgPr>
        <a:solidFill>
          <a:schemeClr val="lt1"/>
        </a:solidFill>
        <a:effectLst/>
      </p:bgPr>
    </p:bg>
    <p:spTree>
      <p:nvGrpSpPr>
        <p:cNvPr id="1" name="Shape 334"/>
        <p:cNvGrpSpPr/>
        <p:nvPr/>
      </p:nvGrpSpPr>
      <p:grpSpPr>
        <a:xfrm>
          <a:off x="0" y="0"/>
          <a:ext cx="0" cy="0"/>
          <a:chOff x="0" y="0"/>
          <a:chExt cx="0" cy="0"/>
        </a:xfrm>
      </p:grpSpPr>
      <p:sp>
        <p:nvSpPr>
          <p:cNvPr id="335" name="Google Shape;335;p27"/>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dk1"/>
              </a:buClr>
              <a:buSzPts val="2200"/>
              <a:buFont typeface="Arial"/>
              <a:buNone/>
              <a:defRPr sz="26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chemeClr val="dk1"/>
              </a:buClr>
              <a:buSzPts val="2000"/>
              <a:buFont typeface="Arial"/>
              <a:buNone/>
              <a:defRPr sz="1400" b="0" i="0" u="none" strike="noStrike" cap="none">
                <a:solidFill>
                  <a:schemeClr val="dk1"/>
                </a:solidFill>
                <a:latin typeface="Arial"/>
                <a:ea typeface="Arial"/>
                <a:cs typeface="Arial"/>
                <a:sym typeface="Arial"/>
              </a:defRPr>
            </a:lvl2pPr>
            <a:lvl3pPr marL="1371600" marR="0" lvl="2" indent="-228600" algn="l" rtl="0">
              <a:lnSpc>
                <a:spcPct val="100000"/>
              </a:lnSpc>
              <a:spcBef>
                <a:spcPts val="600"/>
              </a:spcBef>
              <a:spcAft>
                <a:spcPts val="0"/>
              </a:spcAft>
              <a:buClr>
                <a:schemeClr val="dk1"/>
              </a:buClr>
              <a:buSzPts val="1800"/>
              <a:buFont typeface="Arial"/>
              <a:buNone/>
              <a:defRPr sz="1400" b="0" i="0" u="none" strike="noStrike" cap="none">
                <a:solidFill>
                  <a:schemeClr val="dk1"/>
                </a:solidFill>
                <a:latin typeface="Arial"/>
                <a:ea typeface="Arial"/>
                <a:cs typeface="Arial"/>
                <a:sym typeface="Arial"/>
              </a:defRPr>
            </a:lvl3pPr>
            <a:lvl4pPr marL="1828800" marR="0" lvl="3" indent="-228600" algn="l" rtl="0">
              <a:lnSpc>
                <a:spcPct val="100000"/>
              </a:lnSpc>
              <a:spcBef>
                <a:spcPts val="600"/>
              </a:spcBef>
              <a:spcAft>
                <a:spcPts val="0"/>
              </a:spcAft>
              <a:buClr>
                <a:schemeClr val="dk1"/>
              </a:buClr>
              <a:buSzPts val="1600"/>
              <a:buFont typeface="Arial"/>
              <a:buNone/>
              <a:defRPr sz="1400" b="0" i="0" u="none" strike="noStrike" cap="none">
                <a:solidFill>
                  <a:schemeClr val="dk1"/>
                </a:solidFill>
                <a:latin typeface="Arial"/>
                <a:ea typeface="Arial"/>
                <a:cs typeface="Arial"/>
                <a:sym typeface="Arial"/>
              </a:defRPr>
            </a:lvl4pPr>
            <a:lvl5pPr marL="2286000" marR="0" lvl="4" indent="-228600" algn="l" rtl="0">
              <a:lnSpc>
                <a:spcPct val="100000"/>
              </a:lnSpc>
              <a:spcBef>
                <a:spcPts val="6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336" name="Google Shape;336;p27"/>
          <p:cNvSpPr txBox="1">
            <a:spLocks noGrp="1"/>
          </p:cNvSpPr>
          <p:nvPr>
            <p:ph type="body" idx="2"/>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37" name="Google Shape;337;p27"/>
          <p:cNvSpPr>
            <a:spLocks noGrp="1"/>
          </p:cNvSpPr>
          <p:nvPr>
            <p:ph type="pic" idx="3"/>
          </p:nvPr>
        </p:nvSpPr>
        <p:spPr>
          <a:xfrm>
            <a:off x="589361" y="3318637"/>
            <a:ext cx="7974178" cy="2838450"/>
          </a:xfrm>
          <a:prstGeom prst="roundRect">
            <a:avLst>
              <a:gd name="adj" fmla="val 5009"/>
            </a:avLst>
          </a:prstGeom>
          <a:solidFill>
            <a:schemeClr val="accent5"/>
          </a:solidFill>
          <a:ln>
            <a:noFill/>
          </a:ln>
          <a:effectLst>
            <a:outerShdw blurRad="1055864" dist="50800" dir="5400000" sx="86697" sy="86697" algn="ctr" rotWithShape="0">
              <a:srgbClr val="000000">
                <a:alpha val="70196"/>
              </a:srgbClr>
            </a:outerShdw>
          </a:effectLst>
        </p:spPr>
      </p:sp>
      <p:sp>
        <p:nvSpPr>
          <p:cNvPr id="338" name="Google Shape;338;p27"/>
          <p:cNvSpPr>
            <a:spLocks noGrp="1"/>
          </p:cNvSpPr>
          <p:nvPr>
            <p:ph type="pic" idx="4"/>
          </p:nvPr>
        </p:nvSpPr>
        <p:spPr>
          <a:xfrm>
            <a:off x="9276161" y="3318637"/>
            <a:ext cx="7974178" cy="2838450"/>
          </a:xfrm>
          <a:prstGeom prst="roundRect">
            <a:avLst>
              <a:gd name="adj" fmla="val 5009"/>
            </a:avLst>
          </a:prstGeom>
          <a:solidFill>
            <a:schemeClr val="accent5"/>
          </a:solidFill>
          <a:ln>
            <a:noFill/>
          </a:ln>
          <a:effectLst>
            <a:outerShdw blurRad="1055864" dist="50800" dir="5400000" sx="86697" sy="86697" algn="ctr" rotWithShape="0">
              <a:srgbClr val="000000">
                <a:alpha val="70196"/>
              </a:srgbClr>
            </a:outerShdw>
          </a:effectLst>
        </p:spPr>
      </p:sp>
      <p:sp>
        <p:nvSpPr>
          <p:cNvPr id="339" name="Google Shape;339;p27"/>
          <p:cNvSpPr txBox="1">
            <a:spLocks noGrp="1"/>
          </p:cNvSpPr>
          <p:nvPr>
            <p:ph type="body" idx="5"/>
          </p:nvPr>
        </p:nvSpPr>
        <p:spPr>
          <a:xfrm>
            <a:off x="576072" y="6904796"/>
            <a:ext cx="7987464"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40" name="Google Shape;340;p27"/>
          <p:cNvSpPr txBox="1">
            <a:spLocks noGrp="1"/>
          </p:cNvSpPr>
          <p:nvPr>
            <p:ph type="body" idx="6"/>
          </p:nvPr>
        </p:nvSpPr>
        <p:spPr>
          <a:xfrm>
            <a:off x="576070" y="6343141"/>
            <a:ext cx="7987464"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341" name="Google Shape;341;p27"/>
          <p:cNvSpPr txBox="1">
            <a:spLocks noGrp="1"/>
          </p:cNvSpPr>
          <p:nvPr>
            <p:ph type="body" idx="7"/>
          </p:nvPr>
        </p:nvSpPr>
        <p:spPr>
          <a:xfrm>
            <a:off x="9262872" y="6904796"/>
            <a:ext cx="7987464"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42" name="Google Shape;342;p27"/>
          <p:cNvSpPr txBox="1">
            <a:spLocks noGrp="1"/>
          </p:cNvSpPr>
          <p:nvPr>
            <p:ph type="body" idx="8"/>
          </p:nvPr>
        </p:nvSpPr>
        <p:spPr>
          <a:xfrm>
            <a:off x="9262870" y="6343141"/>
            <a:ext cx="7987464"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343" name="Google Shape;343;p27"/>
          <p:cNvGrpSpPr/>
          <p:nvPr/>
        </p:nvGrpSpPr>
        <p:grpSpPr>
          <a:xfrm>
            <a:off x="-18288" y="9611418"/>
            <a:ext cx="18324576" cy="570251"/>
            <a:chOff x="-18288" y="9611418"/>
            <a:chExt cx="18324576" cy="570251"/>
          </a:xfrm>
        </p:grpSpPr>
        <p:sp>
          <p:nvSpPr>
            <p:cNvPr id="344" name="Google Shape;344;p27"/>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45" name="Google Shape;345;p27"/>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46" name="Google Shape;346;p27"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93 - Content - 3 Image Columns - Light">
  <p:cSld name="93 - Content - 3 Image Columns - Light">
    <p:bg>
      <p:bgPr>
        <a:solidFill>
          <a:schemeClr val="lt1"/>
        </a:solidFill>
        <a:effectLst/>
      </p:bgPr>
    </p:bg>
    <p:spTree>
      <p:nvGrpSpPr>
        <p:cNvPr id="1" name="Shape 347"/>
        <p:cNvGrpSpPr/>
        <p:nvPr/>
      </p:nvGrpSpPr>
      <p:grpSpPr>
        <a:xfrm>
          <a:off x="0" y="0"/>
          <a:ext cx="0" cy="0"/>
          <a:chOff x="0" y="0"/>
          <a:chExt cx="0" cy="0"/>
        </a:xfrm>
      </p:grpSpPr>
      <p:sp>
        <p:nvSpPr>
          <p:cNvPr id="348" name="Google Shape;348;p28"/>
          <p:cNvSpPr>
            <a:spLocks noGrp="1"/>
          </p:cNvSpPr>
          <p:nvPr>
            <p:ph type="pic" idx="2"/>
          </p:nvPr>
        </p:nvSpPr>
        <p:spPr>
          <a:xfrm>
            <a:off x="708627" y="3338517"/>
            <a:ext cx="5185278" cy="2838450"/>
          </a:xfrm>
          <a:prstGeom prst="roundRect">
            <a:avLst>
              <a:gd name="adj" fmla="val 5215"/>
            </a:avLst>
          </a:prstGeom>
          <a:solidFill>
            <a:schemeClr val="accent5"/>
          </a:solidFill>
          <a:ln>
            <a:noFill/>
          </a:ln>
          <a:effectLst>
            <a:outerShdw blurRad="1055864" dist="50800" dir="5400000" sx="86697" sy="86697" algn="ctr" rotWithShape="0">
              <a:srgbClr val="000000">
                <a:alpha val="70196"/>
              </a:srgbClr>
            </a:outerShdw>
          </a:effectLst>
        </p:spPr>
      </p:sp>
      <p:sp>
        <p:nvSpPr>
          <p:cNvPr id="349" name="Google Shape;349;p28"/>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accent6"/>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chemeClr val="accent6"/>
              </a:buClr>
              <a:buSzPts val="2000"/>
              <a:buFont typeface="Arial"/>
              <a:buNone/>
              <a:defRPr sz="1400" b="0" i="0" u="none" strike="noStrike" cap="none">
                <a:solidFill>
                  <a:schemeClr val="accent6"/>
                </a:solidFill>
                <a:latin typeface="Arial"/>
                <a:ea typeface="Arial"/>
                <a:cs typeface="Arial"/>
                <a:sym typeface="Arial"/>
              </a:defRPr>
            </a:lvl2pPr>
            <a:lvl3pPr marL="1371600" marR="0" lvl="2" indent="-228600" algn="l" rtl="0">
              <a:lnSpc>
                <a:spcPct val="100000"/>
              </a:lnSpc>
              <a:spcBef>
                <a:spcPts val="600"/>
              </a:spcBef>
              <a:spcAft>
                <a:spcPts val="0"/>
              </a:spcAft>
              <a:buClr>
                <a:schemeClr val="accent6"/>
              </a:buClr>
              <a:buSzPts val="1800"/>
              <a:buFont typeface="Arial"/>
              <a:buNone/>
              <a:defRPr sz="1400" b="0" i="0" u="none" strike="noStrike" cap="none">
                <a:solidFill>
                  <a:schemeClr val="accent6"/>
                </a:solidFill>
                <a:latin typeface="Arial"/>
                <a:ea typeface="Arial"/>
                <a:cs typeface="Arial"/>
                <a:sym typeface="Arial"/>
              </a:defRPr>
            </a:lvl3pPr>
            <a:lvl4pPr marL="1828800" marR="0" lvl="3" indent="-228600" algn="l" rtl="0">
              <a:lnSpc>
                <a:spcPct val="100000"/>
              </a:lnSpc>
              <a:spcBef>
                <a:spcPts val="600"/>
              </a:spcBef>
              <a:spcAft>
                <a:spcPts val="0"/>
              </a:spcAft>
              <a:buClr>
                <a:schemeClr val="accent6"/>
              </a:buClr>
              <a:buSzPts val="1600"/>
              <a:buFont typeface="Arial"/>
              <a:buNone/>
              <a:defRPr sz="1400" b="0" i="0" u="none" strike="noStrike" cap="none">
                <a:solidFill>
                  <a:schemeClr val="accent6"/>
                </a:solidFill>
                <a:latin typeface="Arial"/>
                <a:ea typeface="Arial"/>
                <a:cs typeface="Arial"/>
                <a:sym typeface="Arial"/>
              </a:defRPr>
            </a:lvl4pPr>
            <a:lvl5pPr marL="2286000" marR="0" lvl="4" indent="-228600" algn="l" rtl="0">
              <a:lnSpc>
                <a:spcPct val="100000"/>
              </a:lnSpc>
              <a:spcBef>
                <a:spcPts val="60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5pPr>
            <a:lvl6pPr marL="2743200" marR="0" lvl="5"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6pPr>
            <a:lvl7pPr marL="3200400" marR="0" lvl="6"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7pPr>
            <a:lvl8pPr marL="3657600" marR="0" lvl="7"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8pPr>
            <a:lvl9pPr marL="4114800" marR="0" lvl="8"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9pPr>
          </a:lstStyle>
          <a:p>
            <a:endParaRPr/>
          </a:p>
        </p:txBody>
      </p:sp>
      <p:sp>
        <p:nvSpPr>
          <p:cNvPr id="350" name="Google Shape;350;p28"/>
          <p:cNvSpPr txBox="1">
            <a:spLocks noGrp="1"/>
          </p:cNvSpPr>
          <p:nvPr>
            <p:ph type="body" idx="3"/>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chemeClr val="accent6"/>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chemeClr val="accent6"/>
              </a:buClr>
              <a:buSzPts val="2000"/>
              <a:buFont typeface="Arial"/>
              <a:buNone/>
              <a:defRPr sz="1400" b="0" i="0" u="none" strike="noStrike" cap="none">
                <a:solidFill>
                  <a:schemeClr val="accent6"/>
                </a:solidFill>
                <a:latin typeface="Arial"/>
                <a:ea typeface="Arial"/>
                <a:cs typeface="Arial"/>
                <a:sym typeface="Arial"/>
              </a:defRPr>
            </a:lvl2pPr>
            <a:lvl3pPr marL="1371600" marR="0" lvl="2" indent="-228600" algn="l" rtl="0">
              <a:lnSpc>
                <a:spcPct val="100000"/>
              </a:lnSpc>
              <a:spcBef>
                <a:spcPts val="600"/>
              </a:spcBef>
              <a:spcAft>
                <a:spcPts val="0"/>
              </a:spcAft>
              <a:buClr>
                <a:schemeClr val="accent6"/>
              </a:buClr>
              <a:buSzPts val="1800"/>
              <a:buFont typeface="Arial"/>
              <a:buNone/>
              <a:defRPr sz="1400" b="0" i="0" u="none" strike="noStrike" cap="none">
                <a:solidFill>
                  <a:schemeClr val="accent6"/>
                </a:solidFill>
                <a:latin typeface="Arial"/>
                <a:ea typeface="Arial"/>
                <a:cs typeface="Arial"/>
                <a:sym typeface="Arial"/>
              </a:defRPr>
            </a:lvl3pPr>
            <a:lvl4pPr marL="1828800" marR="0" lvl="3" indent="-228600" algn="l" rtl="0">
              <a:lnSpc>
                <a:spcPct val="100000"/>
              </a:lnSpc>
              <a:spcBef>
                <a:spcPts val="600"/>
              </a:spcBef>
              <a:spcAft>
                <a:spcPts val="0"/>
              </a:spcAft>
              <a:buClr>
                <a:schemeClr val="accent6"/>
              </a:buClr>
              <a:buSzPts val="1600"/>
              <a:buFont typeface="Arial"/>
              <a:buNone/>
              <a:defRPr sz="1400" b="0" i="0" u="none" strike="noStrike" cap="none">
                <a:solidFill>
                  <a:schemeClr val="accent6"/>
                </a:solidFill>
                <a:latin typeface="Arial"/>
                <a:ea typeface="Arial"/>
                <a:cs typeface="Arial"/>
                <a:sym typeface="Arial"/>
              </a:defRPr>
            </a:lvl4pPr>
            <a:lvl5pPr marL="2286000" marR="0" lvl="4" indent="-228600" algn="l" rtl="0">
              <a:lnSpc>
                <a:spcPct val="100000"/>
              </a:lnSpc>
              <a:spcBef>
                <a:spcPts val="600"/>
              </a:spcBef>
              <a:spcAft>
                <a:spcPts val="0"/>
              </a:spcAft>
              <a:buClr>
                <a:schemeClr val="accent6"/>
              </a:buClr>
              <a:buSzPts val="1400"/>
              <a:buFont typeface="Arial"/>
              <a:buNone/>
              <a:defRPr sz="1400" b="0" i="0" u="none" strike="noStrike" cap="none">
                <a:solidFill>
                  <a:schemeClr val="accent6"/>
                </a:solidFill>
                <a:latin typeface="Arial"/>
                <a:ea typeface="Arial"/>
                <a:cs typeface="Arial"/>
                <a:sym typeface="Arial"/>
              </a:defRPr>
            </a:lvl5pPr>
            <a:lvl6pPr marL="2743200" marR="0" lvl="5"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6pPr>
            <a:lvl7pPr marL="3200400" marR="0" lvl="6"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7pPr>
            <a:lvl8pPr marL="3657600" marR="0" lvl="7"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8pPr>
            <a:lvl9pPr marL="4114800" marR="0" lvl="8" indent="-400050" algn="l" rtl="0">
              <a:lnSpc>
                <a:spcPct val="90000"/>
              </a:lnSpc>
              <a:spcBef>
                <a:spcPts val="750"/>
              </a:spcBef>
              <a:spcAft>
                <a:spcPts val="0"/>
              </a:spcAft>
              <a:buClr>
                <a:schemeClr val="accent6"/>
              </a:buClr>
              <a:buSzPts val="2700"/>
              <a:buFont typeface="Arial"/>
              <a:buChar char="•"/>
              <a:defRPr sz="1400" b="0" i="0" u="none" strike="noStrike" cap="none">
                <a:solidFill>
                  <a:schemeClr val="accent6"/>
                </a:solidFill>
                <a:latin typeface="Arial"/>
                <a:ea typeface="Arial"/>
                <a:cs typeface="Arial"/>
                <a:sym typeface="Arial"/>
              </a:defRPr>
            </a:lvl9pPr>
          </a:lstStyle>
          <a:p>
            <a:endParaRPr/>
          </a:p>
        </p:txBody>
      </p:sp>
      <p:sp>
        <p:nvSpPr>
          <p:cNvPr id="351" name="Google Shape;351;p28"/>
          <p:cNvSpPr>
            <a:spLocks noGrp="1"/>
          </p:cNvSpPr>
          <p:nvPr>
            <p:ph type="pic" idx="4"/>
          </p:nvPr>
        </p:nvSpPr>
        <p:spPr>
          <a:xfrm>
            <a:off x="6451431" y="3338517"/>
            <a:ext cx="5185278" cy="2838450"/>
          </a:xfrm>
          <a:prstGeom prst="roundRect">
            <a:avLst>
              <a:gd name="adj" fmla="val 5215"/>
            </a:avLst>
          </a:prstGeom>
          <a:solidFill>
            <a:schemeClr val="accent5"/>
          </a:solidFill>
          <a:ln>
            <a:noFill/>
          </a:ln>
          <a:effectLst>
            <a:outerShdw blurRad="1055864" dist="50800" dir="5400000" sx="86697" sy="86697" algn="ctr" rotWithShape="0">
              <a:srgbClr val="000000">
                <a:alpha val="70196"/>
              </a:srgbClr>
            </a:outerShdw>
          </a:effectLst>
        </p:spPr>
      </p:sp>
      <p:sp>
        <p:nvSpPr>
          <p:cNvPr id="352" name="Google Shape;352;p28"/>
          <p:cNvSpPr>
            <a:spLocks noGrp="1"/>
          </p:cNvSpPr>
          <p:nvPr>
            <p:ph type="pic" idx="5"/>
          </p:nvPr>
        </p:nvSpPr>
        <p:spPr>
          <a:xfrm>
            <a:off x="12180941" y="3338517"/>
            <a:ext cx="5185278" cy="2838450"/>
          </a:xfrm>
          <a:prstGeom prst="roundRect">
            <a:avLst>
              <a:gd name="adj" fmla="val 5215"/>
            </a:avLst>
          </a:prstGeom>
          <a:solidFill>
            <a:schemeClr val="accent5"/>
          </a:solidFill>
          <a:ln>
            <a:noFill/>
          </a:ln>
          <a:effectLst>
            <a:outerShdw blurRad="1055864" dist="50800" dir="5400000" sx="86697" sy="86697" algn="ctr" rotWithShape="0">
              <a:srgbClr val="000000">
                <a:alpha val="70196"/>
              </a:srgbClr>
            </a:outerShdw>
          </a:effectLst>
        </p:spPr>
      </p:sp>
      <p:sp>
        <p:nvSpPr>
          <p:cNvPr id="353" name="Google Shape;353;p28"/>
          <p:cNvSpPr txBox="1">
            <a:spLocks noGrp="1"/>
          </p:cNvSpPr>
          <p:nvPr>
            <p:ph type="body" idx="6"/>
          </p:nvPr>
        </p:nvSpPr>
        <p:spPr>
          <a:xfrm>
            <a:off x="695343" y="6924674"/>
            <a:ext cx="518527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54" name="Google Shape;354;p28"/>
          <p:cNvSpPr txBox="1">
            <a:spLocks noGrp="1"/>
          </p:cNvSpPr>
          <p:nvPr>
            <p:ph type="body" idx="7"/>
          </p:nvPr>
        </p:nvSpPr>
        <p:spPr>
          <a:xfrm>
            <a:off x="695339" y="6363021"/>
            <a:ext cx="518527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355" name="Google Shape;355;p28"/>
          <p:cNvSpPr txBox="1">
            <a:spLocks noGrp="1"/>
          </p:cNvSpPr>
          <p:nvPr>
            <p:ph type="body" idx="8"/>
          </p:nvPr>
        </p:nvSpPr>
        <p:spPr>
          <a:xfrm>
            <a:off x="6438145" y="6924674"/>
            <a:ext cx="518527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56" name="Google Shape;356;p28"/>
          <p:cNvSpPr txBox="1">
            <a:spLocks noGrp="1"/>
          </p:cNvSpPr>
          <p:nvPr>
            <p:ph type="body" idx="9"/>
          </p:nvPr>
        </p:nvSpPr>
        <p:spPr>
          <a:xfrm>
            <a:off x="6438143" y="6363021"/>
            <a:ext cx="518527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357" name="Google Shape;357;p28"/>
          <p:cNvSpPr txBox="1">
            <a:spLocks noGrp="1"/>
          </p:cNvSpPr>
          <p:nvPr>
            <p:ph type="body" idx="13"/>
          </p:nvPr>
        </p:nvSpPr>
        <p:spPr>
          <a:xfrm>
            <a:off x="12167657" y="6924674"/>
            <a:ext cx="518527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358" name="Google Shape;358;p28"/>
          <p:cNvSpPr txBox="1">
            <a:spLocks noGrp="1"/>
          </p:cNvSpPr>
          <p:nvPr>
            <p:ph type="body" idx="14"/>
          </p:nvPr>
        </p:nvSpPr>
        <p:spPr>
          <a:xfrm>
            <a:off x="12167657" y="6363021"/>
            <a:ext cx="518527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359" name="Google Shape;359;p28"/>
          <p:cNvGrpSpPr/>
          <p:nvPr/>
        </p:nvGrpSpPr>
        <p:grpSpPr>
          <a:xfrm>
            <a:off x="-18288" y="9611418"/>
            <a:ext cx="18324576" cy="570251"/>
            <a:chOff x="-18288" y="9611418"/>
            <a:chExt cx="18324576" cy="570251"/>
          </a:xfrm>
        </p:grpSpPr>
        <p:sp>
          <p:nvSpPr>
            <p:cNvPr id="360" name="Google Shape;360;p2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61" name="Google Shape;361;p2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62" name="Google Shape;362;p2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11 - Graphs &amp; Charts 01">
  <p:cSld name="111 - Graphs &amp; Charts 01">
    <p:bg>
      <p:bgPr>
        <a:solidFill>
          <a:schemeClr val="lt1"/>
        </a:solidFill>
        <a:effectLst/>
      </p:bgPr>
    </p:bg>
    <p:spTree>
      <p:nvGrpSpPr>
        <p:cNvPr id="1" name="Shape 363"/>
        <p:cNvGrpSpPr/>
        <p:nvPr/>
      </p:nvGrpSpPr>
      <p:grpSpPr>
        <a:xfrm>
          <a:off x="0" y="0"/>
          <a:ext cx="0" cy="0"/>
          <a:chOff x="0" y="0"/>
          <a:chExt cx="0" cy="0"/>
        </a:xfrm>
      </p:grpSpPr>
      <p:sp>
        <p:nvSpPr>
          <p:cNvPr id="364" name="Google Shape;364;p29"/>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65" name="Google Shape;365;p29"/>
          <p:cNvSpPr txBox="1">
            <a:spLocks noGrp="1"/>
          </p:cNvSpPr>
          <p:nvPr>
            <p:ph type="body" idx="2"/>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366" name="Google Shape;366;p29"/>
          <p:cNvGrpSpPr/>
          <p:nvPr/>
        </p:nvGrpSpPr>
        <p:grpSpPr>
          <a:xfrm>
            <a:off x="-18288" y="9611418"/>
            <a:ext cx="18324576" cy="570251"/>
            <a:chOff x="-18288" y="9611418"/>
            <a:chExt cx="18324576" cy="570251"/>
          </a:xfrm>
        </p:grpSpPr>
        <p:sp>
          <p:nvSpPr>
            <p:cNvPr id="367" name="Google Shape;367;p29"/>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68" name="Google Shape;368;p29"/>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69" name="Google Shape;369;p29"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12 - Graphs &amp; Charts 02">
  <p:cSld name="112 - Graphs &amp; Charts 02">
    <p:bg>
      <p:bgPr>
        <a:solidFill>
          <a:schemeClr val="lt2"/>
        </a:solidFill>
        <a:effectLst/>
      </p:bgPr>
    </p:bg>
    <p:spTree>
      <p:nvGrpSpPr>
        <p:cNvPr id="1" name="Shape 370"/>
        <p:cNvGrpSpPr/>
        <p:nvPr/>
      </p:nvGrpSpPr>
      <p:grpSpPr>
        <a:xfrm>
          <a:off x="0" y="0"/>
          <a:ext cx="0" cy="0"/>
          <a:chOff x="0" y="0"/>
          <a:chExt cx="0" cy="0"/>
        </a:xfrm>
      </p:grpSpPr>
      <p:sp>
        <p:nvSpPr>
          <p:cNvPr id="371" name="Google Shape;371;p30"/>
          <p:cNvSpPr txBox="1">
            <a:spLocks noGrp="1"/>
          </p:cNvSpPr>
          <p:nvPr>
            <p:ph type="body" idx="1"/>
          </p:nvPr>
        </p:nvSpPr>
        <p:spPr>
          <a:xfrm>
            <a:off x="576075" y="533401"/>
            <a:ext cx="477585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72" name="Google Shape;372;p30"/>
          <p:cNvSpPr txBox="1">
            <a:spLocks noGrp="1"/>
          </p:cNvSpPr>
          <p:nvPr>
            <p:ph type="body" idx="2"/>
          </p:nvPr>
        </p:nvSpPr>
        <p:spPr>
          <a:xfrm>
            <a:off x="576075" y="1223575"/>
            <a:ext cx="477585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73" name="Google Shape;373;p30"/>
          <p:cNvSpPr txBox="1">
            <a:spLocks noGrp="1"/>
          </p:cNvSpPr>
          <p:nvPr>
            <p:ph type="body" idx="3"/>
          </p:nvPr>
        </p:nvSpPr>
        <p:spPr>
          <a:xfrm>
            <a:off x="576072" y="8269943"/>
            <a:ext cx="5370672" cy="130436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00"/>
              <a:buFont typeface="Arial"/>
              <a:buNone/>
              <a:defRPr sz="1800" b="0" i="0" u="none" strike="noStrike" cap="none">
                <a:solidFill>
                  <a:schemeClr val="accent1"/>
                </a:solidFill>
                <a:latin typeface="Arial"/>
                <a:ea typeface="Arial"/>
                <a:cs typeface="Arial"/>
                <a:sym typeface="Arial"/>
              </a:defRPr>
            </a:lvl1pPr>
            <a:lvl2pPr marL="914400" marR="0" lvl="1" indent="-228600" algn="l" rtl="0">
              <a:lnSpc>
                <a:spcPct val="100000"/>
              </a:lnSpc>
              <a:spcBef>
                <a:spcPts val="600"/>
              </a:spcBef>
              <a:spcAft>
                <a:spcPts val="0"/>
              </a:spcAft>
              <a:buClr>
                <a:schemeClr val="accent1"/>
              </a:buClr>
              <a:buSzPts val="2000"/>
              <a:buFont typeface="Arial"/>
              <a:buNone/>
              <a:defRPr sz="1400" b="0" i="0" u="none" strike="noStrike" cap="none">
                <a:solidFill>
                  <a:schemeClr val="accent1"/>
                </a:solidFill>
                <a:latin typeface="Arial"/>
                <a:ea typeface="Arial"/>
                <a:cs typeface="Arial"/>
                <a:sym typeface="Arial"/>
              </a:defRPr>
            </a:lvl2pPr>
            <a:lvl3pPr marL="1371600" marR="0" lvl="2" indent="-228600" algn="l" rtl="0">
              <a:lnSpc>
                <a:spcPct val="100000"/>
              </a:lnSpc>
              <a:spcBef>
                <a:spcPts val="600"/>
              </a:spcBef>
              <a:spcAft>
                <a:spcPts val="0"/>
              </a:spcAft>
              <a:buClr>
                <a:schemeClr val="accent1"/>
              </a:buClr>
              <a:buSzPts val="1800"/>
              <a:buFont typeface="Arial"/>
              <a:buNone/>
              <a:defRPr sz="1400" b="0" i="0" u="none" strike="noStrike" cap="none">
                <a:solidFill>
                  <a:schemeClr val="accent1"/>
                </a:solidFill>
                <a:latin typeface="Arial"/>
                <a:ea typeface="Arial"/>
                <a:cs typeface="Arial"/>
                <a:sym typeface="Arial"/>
              </a:defRPr>
            </a:lvl3pPr>
            <a:lvl4pPr marL="1828800" marR="0" lvl="3" indent="-228600" algn="l" rtl="0">
              <a:lnSpc>
                <a:spcPct val="100000"/>
              </a:lnSpc>
              <a:spcBef>
                <a:spcPts val="600"/>
              </a:spcBef>
              <a:spcAft>
                <a:spcPts val="0"/>
              </a:spcAft>
              <a:buClr>
                <a:schemeClr val="accent1"/>
              </a:buClr>
              <a:buSzPts val="1600"/>
              <a:buFont typeface="Arial"/>
              <a:buNone/>
              <a:defRPr sz="1400" b="0" i="0" u="none" strike="noStrike" cap="none">
                <a:solidFill>
                  <a:schemeClr val="accent1"/>
                </a:solidFill>
                <a:latin typeface="Arial"/>
                <a:ea typeface="Arial"/>
                <a:cs typeface="Arial"/>
                <a:sym typeface="Arial"/>
              </a:defRPr>
            </a:lvl4pPr>
            <a:lvl5pPr marL="2286000" marR="0" lvl="4" indent="-228600" algn="l" rtl="0">
              <a:lnSpc>
                <a:spcPct val="100000"/>
              </a:lnSpc>
              <a:spcBef>
                <a:spcPts val="600"/>
              </a:spcBef>
              <a:spcAft>
                <a:spcPts val="0"/>
              </a:spcAft>
              <a:buClr>
                <a:schemeClr val="accent1"/>
              </a:buClr>
              <a:buSzPts val="1400"/>
              <a:buFont typeface="Arial"/>
              <a:buNone/>
              <a:defRPr sz="1400" b="0" i="0" u="none" strike="noStrike" cap="none">
                <a:solidFill>
                  <a:schemeClr val="accent1"/>
                </a:solidFill>
                <a:latin typeface="Arial"/>
                <a:ea typeface="Arial"/>
                <a:cs typeface="Arial"/>
                <a:sym typeface="Arial"/>
              </a:defRPr>
            </a:lvl5pPr>
            <a:lvl6pPr marL="2743200" marR="0" lvl="5" indent="-400050" algn="l" rtl="0">
              <a:lnSpc>
                <a:spcPct val="90000"/>
              </a:lnSpc>
              <a:spcBef>
                <a:spcPts val="750"/>
              </a:spcBef>
              <a:spcAft>
                <a:spcPts val="0"/>
              </a:spcAft>
              <a:buClr>
                <a:schemeClr val="accent1"/>
              </a:buClr>
              <a:buSzPts val="2700"/>
              <a:buFont typeface="Arial"/>
              <a:buChar char="•"/>
              <a:defRPr sz="1400" b="0" i="0" u="none" strike="noStrike" cap="none">
                <a:solidFill>
                  <a:schemeClr val="accent1"/>
                </a:solidFill>
                <a:latin typeface="Arial"/>
                <a:ea typeface="Arial"/>
                <a:cs typeface="Arial"/>
                <a:sym typeface="Arial"/>
              </a:defRPr>
            </a:lvl6pPr>
            <a:lvl7pPr marL="3200400" marR="0" lvl="6" indent="-400050" algn="l" rtl="0">
              <a:lnSpc>
                <a:spcPct val="90000"/>
              </a:lnSpc>
              <a:spcBef>
                <a:spcPts val="750"/>
              </a:spcBef>
              <a:spcAft>
                <a:spcPts val="0"/>
              </a:spcAft>
              <a:buClr>
                <a:schemeClr val="accent1"/>
              </a:buClr>
              <a:buSzPts val="2700"/>
              <a:buFont typeface="Arial"/>
              <a:buChar char="•"/>
              <a:defRPr sz="1400" b="0" i="0" u="none" strike="noStrike" cap="none">
                <a:solidFill>
                  <a:schemeClr val="accent1"/>
                </a:solidFill>
                <a:latin typeface="Arial"/>
                <a:ea typeface="Arial"/>
                <a:cs typeface="Arial"/>
                <a:sym typeface="Arial"/>
              </a:defRPr>
            </a:lvl7pPr>
            <a:lvl8pPr marL="3657600" marR="0" lvl="7" indent="-400050" algn="l" rtl="0">
              <a:lnSpc>
                <a:spcPct val="90000"/>
              </a:lnSpc>
              <a:spcBef>
                <a:spcPts val="750"/>
              </a:spcBef>
              <a:spcAft>
                <a:spcPts val="0"/>
              </a:spcAft>
              <a:buClr>
                <a:schemeClr val="accent1"/>
              </a:buClr>
              <a:buSzPts val="2700"/>
              <a:buFont typeface="Arial"/>
              <a:buChar char="•"/>
              <a:defRPr sz="1400" b="0" i="0" u="none" strike="noStrike" cap="none">
                <a:solidFill>
                  <a:schemeClr val="accent1"/>
                </a:solidFill>
                <a:latin typeface="Arial"/>
                <a:ea typeface="Arial"/>
                <a:cs typeface="Arial"/>
                <a:sym typeface="Arial"/>
              </a:defRPr>
            </a:lvl8pPr>
            <a:lvl9pPr marL="4114800" marR="0" lvl="8" indent="-400050" algn="l" rtl="0">
              <a:lnSpc>
                <a:spcPct val="90000"/>
              </a:lnSpc>
              <a:spcBef>
                <a:spcPts val="750"/>
              </a:spcBef>
              <a:spcAft>
                <a:spcPts val="0"/>
              </a:spcAft>
              <a:buClr>
                <a:schemeClr val="accent1"/>
              </a:buClr>
              <a:buSzPts val="2700"/>
              <a:buFont typeface="Arial"/>
              <a:buChar char="•"/>
              <a:defRPr sz="1400" b="0" i="0" u="none" strike="noStrike" cap="none">
                <a:solidFill>
                  <a:schemeClr val="accent1"/>
                </a:solidFill>
                <a:latin typeface="Arial"/>
                <a:ea typeface="Arial"/>
                <a:cs typeface="Arial"/>
                <a:sym typeface="Arial"/>
              </a:defRPr>
            </a:lvl9pPr>
          </a:lstStyle>
          <a:p>
            <a:endParaRPr/>
          </a:p>
        </p:txBody>
      </p:sp>
      <p:grpSp>
        <p:nvGrpSpPr>
          <p:cNvPr id="374" name="Google Shape;374;p30"/>
          <p:cNvGrpSpPr/>
          <p:nvPr/>
        </p:nvGrpSpPr>
        <p:grpSpPr>
          <a:xfrm>
            <a:off x="-18288" y="9611418"/>
            <a:ext cx="18324576" cy="570251"/>
            <a:chOff x="-18288" y="9611418"/>
            <a:chExt cx="18324576" cy="570251"/>
          </a:xfrm>
        </p:grpSpPr>
        <p:sp>
          <p:nvSpPr>
            <p:cNvPr id="375" name="Google Shape;375;p30"/>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76" name="Google Shape;376;p30"/>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77" name="Google Shape;377;p30"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pic>
        <p:nvPicPr>
          <p:cNvPr id="378" name="Google Shape;378;p30" descr="preencoded.png"/>
          <p:cNvPicPr preferRelativeResize="0"/>
          <p:nvPr/>
        </p:nvPicPr>
        <p:blipFill rotWithShape="1">
          <a:blip r:embed="rId4">
            <a:alphaModFix/>
          </a:blip>
          <a:srcRect/>
          <a:stretch/>
        </p:blipFill>
        <p:spPr>
          <a:xfrm>
            <a:off x="6286500" y="266700"/>
            <a:ext cx="11734800" cy="9135300"/>
          </a:xfrm>
          <a:prstGeom prst="roundRect">
            <a:avLst>
              <a:gd name="adj" fmla="val 1650"/>
            </a:avLst>
          </a:prstGeom>
          <a:solidFill>
            <a:schemeClr val="lt1"/>
          </a:solid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14 - Graphs &amp; Charts 04">
  <p:cSld name="114 - Graphs &amp; Charts 04">
    <p:bg>
      <p:bgPr>
        <a:solidFill>
          <a:schemeClr val="lt2"/>
        </a:solidFill>
        <a:effectLst/>
      </p:bgPr>
    </p:bg>
    <p:spTree>
      <p:nvGrpSpPr>
        <p:cNvPr id="1" name="Shape 379"/>
        <p:cNvGrpSpPr/>
        <p:nvPr/>
      </p:nvGrpSpPr>
      <p:grpSpPr>
        <a:xfrm>
          <a:off x="0" y="0"/>
          <a:ext cx="0" cy="0"/>
          <a:chOff x="0" y="0"/>
          <a:chExt cx="0" cy="0"/>
        </a:xfrm>
      </p:grpSpPr>
      <p:sp>
        <p:nvSpPr>
          <p:cNvPr id="380" name="Google Shape;380;p31"/>
          <p:cNvSpPr txBox="1">
            <a:spLocks noGrp="1"/>
          </p:cNvSpPr>
          <p:nvPr>
            <p:ph type="body" idx="1"/>
          </p:nvPr>
        </p:nvSpPr>
        <p:spPr>
          <a:xfrm>
            <a:off x="576075" y="533401"/>
            <a:ext cx="477585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81" name="Google Shape;381;p31"/>
          <p:cNvSpPr txBox="1">
            <a:spLocks noGrp="1"/>
          </p:cNvSpPr>
          <p:nvPr>
            <p:ph type="body" idx="2"/>
          </p:nvPr>
        </p:nvSpPr>
        <p:spPr>
          <a:xfrm>
            <a:off x="576075" y="1143900"/>
            <a:ext cx="5370670" cy="57150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82" name="Google Shape;382;p31"/>
          <p:cNvSpPr txBox="1">
            <a:spLocks noGrp="1"/>
          </p:cNvSpPr>
          <p:nvPr>
            <p:ph type="body" idx="3"/>
          </p:nvPr>
        </p:nvSpPr>
        <p:spPr>
          <a:xfrm>
            <a:off x="576072" y="1807291"/>
            <a:ext cx="5370672" cy="130436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383" name="Google Shape;383;p31"/>
          <p:cNvGrpSpPr/>
          <p:nvPr/>
        </p:nvGrpSpPr>
        <p:grpSpPr>
          <a:xfrm>
            <a:off x="-18288" y="9611418"/>
            <a:ext cx="18324576" cy="570251"/>
            <a:chOff x="-18288" y="9611418"/>
            <a:chExt cx="18324576" cy="570251"/>
          </a:xfrm>
        </p:grpSpPr>
        <p:sp>
          <p:nvSpPr>
            <p:cNvPr id="384" name="Google Shape;384;p31"/>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85" name="Google Shape;385;p31"/>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86" name="Google Shape;386;p31"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13 - Graphs &amp; Charts 03">
  <p:cSld name="113 - Graphs &amp; Charts 03">
    <p:bg>
      <p:bgPr>
        <a:solidFill>
          <a:schemeClr val="lt2"/>
        </a:solidFill>
        <a:effectLst/>
      </p:bgPr>
    </p:bg>
    <p:spTree>
      <p:nvGrpSpPr>
        <p:cNvPr id="1" name="Shape 387"/>
        <p:cNvGrpSpPr/>
        <p:nvPr/>
      </p:nvGrpSpPr>
      <p:grpSpPr>
        <a:xfrm>
          <a:off x="0" y="0"/>
          <a:ext cx="0" cy="0"/>
          <a:chOff x="0" y="0"/>
          <a:chExt cx="0" cy="0"/>
        </a:xfrm>
      </p:grpSpPr>
      <p:sp>
        <p:nvSpPr>
          <p:cNvPr id="388" name="Google Shape;388;p32"/>
          <p:cNvSpPr txBox="1">
            <a:spLocks noGrp="1"/>
          </p:cNvSpPr>
          <p:nvPr>
            <p:ph type="body" idx="1"/>
          </p:nvPr>
        </p:nvSpPr>
        <p:spPr>
          <a:xfrm>
            <a:off x="576075" y="533401"/>
            <a:ext cx="477585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89" name="Google Shape;389;p32"/>
          <p:cNvSpPr txBox="1">
            <a:spLocks noGrp="1"/>
          </p:cNvSpPr>
          <p:nvPr>
            <p:ph type="body" idx="2"/>
          </p:nvPr>
        </p:nvSpPr>
        <p:spPr>
          <a:xfrm>
            <a:off x="576075" y="6866656"/>
            <a:ext cx="5370670" cy="57150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90" name="Google Shape;390;p32"/>
          <p:cNvSpPr txBox="1">
            <a:spLocks noGrp="1"/>
          </p:cNvSpPr>
          <p:nvPr>
            <p:ph type="body" idx="3"/>
          </p:nvPr>
        </p:nvSpPr>
        <p:spPr>
          <a:xfrm>
            <a:off x="576072" y="7438159"/>
            <a:ext cx="5370672" cy="130436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391" name="Google Shape;391;p32"/>
          <p:cNvGrpSpPr/>
          <p:nvPr/>
        </p:nvGrpSpPr>
        <p:grpSpPr>
          <a:xfrm>
            <a:off x="-18288" y="9611418"/>
            <a:ext cx="18324576" cy="570251"/>
            <a:chOff x="-18288" y="9611418"/>
            <a:chExt cx="18324576" cy="570251"/>
          </a:xfrm>
        </p:grpSpPr>
        <p:sp>
          <p:nvSpPr>
            <p:cNvPr id="392" name="Google Shape;392;p32"/>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393" name="Google Shape;393;p32"/>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394" name="Google Shape;394;p32"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15 - Graphs &amp; Charts 05 - Timeline">
  <p:cSld name="115 - Graphs &amp; Charts 05 - Timeline">
    <p:bg>
      <p:bgPr>
        <a:solidFill>
          <a:schemeClr val="lt2"/>
        </a:solidFill>
        <a:effectLst/>
      </p:bgPr>
    </p:bg>
    <p:spTree>
      <p:nvGrpSpPr>
        <p:cNvPr id="1" name="Shape 395"/>
        <p:cNvGrpSpPr/>
        <p:nvPr/>
      </p:nvGrpSpPr>
      <p:grpSpPr>
        <a:xfrm>
          <a:off x="0" y="0"/>
          <a:ext cx="0" cy="0"/>
          <a:chOff x="0" y="0"/>
          <a:chExt cx="0" cy="0"/>
        </a:xfrm>
      </p:grpSpPr>
      <p:pic>
        <p:nvPicPr>
          <p:cNvPr id="396" name="Google Shape;396;p33" title="Timeline BG 02.jpg"/>
          <p:cNvPicPr preferRelativeResize="0"/>
          <p:nvPr/>
        </p:nvPicPr>
        <p:blipFill rotWithShape="1">
          <a:blip r:embed="rId2">
            <a:alphaModFix/>
          </a:blip>
          <a:srcRect t="14524" b="14524"/>
          <a:stretch/>
        </p:blipFill>
        <p:spPr>
          <a:xfrm>
            <a:off x="-38100" y="4799525"/>
            <a:ext cx="18344400" cy="1423575"/>
          </a:xfrm>
          <a:prstGeom prst="rect">
            <a:avLst/>
          </a:prstGeom>
          <a:solidFill>
            <a:schemeClr val="lt1">
              <a:alpha val="87843"/>
            </a:schemeClr>
          </a:solidFill>
          <a:ln>
            <a:noFill/>
          </a:ln>
          <a:effectLst>
            <a:outerShdw blurRad="793421" dist="38100" dir="5400000" algn="t" rotWithShape="0">
              <a:srgbClr val="000000">
                <a:alpha val="65882"/>
              </a:srgbClr>
            </a:outerShdw>
          </a:effectLst>
        </p:spPr>
      </p:pic>
      <p:sp>
        <p:nvSpPr>
          <p:cNvPr id="397" name="Google Shape;397;p33"/>
          <p:cNvSpPr txBox="1">
            <a:spLocks noGrp="1"/>
          </p:cNvSpPr>
          <p:nvPr>
            <p:ph type="body" idx="1"/>
          </p:nvPr>
        </p:nvSpPr>
        <p:spPr>
          <a:xfrm>
            <a:off x="576075" y="533401"/>
            <a:ext cx="5370670"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98" name="Google Shape;398;p33"/>
          <p:cNvSpPr txBox="1">
            <a:spLocks noGrp="1"/>
          </p:cNvSpPr>
          <p:nvPr>
            <p:ph type="body" idx="2"/>
          </p:nvPr>
        </p:nvSpPr>
        <p:spPr>
          <a:xfrm>
            <a:off x="576075" y="1143900"/>
            <a:ext cx="5370670" cy="57150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99" name="Google Shape;399;p33"/>
          <p:cNvSpPr txBox="1">
            <a:spLocks noGrp="1"/>
          </p:cNvSpPr>
          <p:nvPr>
            <p:ph type="body" idx="3"/>
          </p:nvPr>
        </p:nvSpPr>
        <p:spPr>
          <a:xfrm>
            <a:off x="2882422" y="6929100"/>
            <a:ext cx="2860092"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00" name="Google Shape;400;p33"/>
          <p:cNvSpPr txBox="1">
            <a:spLocks noGrp="1"/>
          </p:cNvSpPr>
          <p:nvPr>
            <p:ph type="body" idx="4"/>
          </p:nvPr>
        </p:nvSpPr>
        <p:spPr>
          <a:xfrm>
            <a:off x="2882422" y="7399143"/>
            <a:ext cx="2860092"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01" name="Google Shape;401;p33"/>
          <p:cNvSpPr txBox="1">
            <a:spLocks noGrp="1"/>
          </p:cNvSpPr>
          <p:nvPr>
            <p:ph type="body" idx="5"/>
          </p:nvPr>
        </p:nvSpPr>
        <p:spPr>
          <a:xfrm>
            <a:off x="8644870" y="6929100"/>
            <a:ext cx="2860092"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02" name="Google Shape;402;p33"/>
          <p:cNvSpPr txBox="1">
            <a:spLocks noGrp="1"/>
          </p:cNvSpPr>
          <p:nvPr>
            <p:ph type="body" idx="6"/>
          </p:nvPr>
        </p:nvSpPr>
        <p:spPr>
          <a:xfrm>
            <a:off x="8644868" y="7399143"/>
            <a:ext cx="2860092"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03" name="Google Shape;403;p33"/>
          <p:cNvSpPr txBox="1">
            <a:spLocks noGrp="1"/>
          </p:cNvSpPr>
          <p:nvPr>
            <p:ph type="body" idx="7"/>
          </p:nvPr>
        </p:nvSpPr>
        <p:spPr>
          <a:xfrm>
            <a:off x="14386764" y="6929100"/>
            <a:ext cx="2860092"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04" name="Google Shape;404;p33"/>
          <p:cNvSpPr txBox="1">
            <a:spLocks noGrp="1"/>
          </p:cNvSpPr>
          <p:nvPr>
            <p:ph type="body" idx="8"/>
          </p:nvPr>
        </p:nvSpPr>
        <p:spPr>
          <a:xfrm>
            <a:off x="14386762" y="7399143"/>
            <a:ext cx="2860092"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cxnSp>
        <p:nvCxnSpPr>
          <p:cNvPr id="405" name="Google Shape;405;p33"/>
          <p:cNvCxnSpPr/>
          <p:nvPr/>
        </p:nvCxnSpPr>
        <p:spPr>
          <a:xfrm rot="10800000">
            <a:off x="-507000" y="5514442"/>
            <a:ext cx="18795000" cy="0"/>
          </a:xfrm>
          <a:prstGeom prst="straightConnector1">
            <a:avLst/>
          </a:prstGeom>
          <a:noFill/>
          <a:ln w="25400" cap="flat" cmpd="sng">
            <a:solidFill>
              <a:schemeClr val="lt1"/>
            </a:solidFill>
            <a:prstDash val="solid"/>
            <a:miter lim="80"/>
            <a:headEnd type="none" w="sm" len="sm"/>
            <a:tailEnd type="oval" w="lg" len="lg"/>
          </a:ln>
        </p:spPr>
      </p:cxnSp>
      <p:grpSp>
        <p:nvGrpSpPr>
          <p:cNvPr id="406" name="Google Shape;406;p33"/>
          <p:cNvGrpSpPr/>
          <p:nvPr/>
        </p:nvGrpSpPr>
        <p:grpSpPr>
          <a:xfrm>
            <a:off x="-18288" y="9611418"/>
            <a:ext cx="18324576" cy="570251"/>
            <a:chOff x="-18288" y="9611418"/>
            <a:chExt cx="18324576" cy="570251"/>
          </a:xfrm>
        </p:grpSpPr>
        <p:sp>
          <p:nvSpPr>
            <p:cNvPr id="407" name="Google Shape;407;p33"/>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408" name="Google Shape;408;p33"/>
            <p:cNvPicPr preferRelativeResize="0"/>
            <p:nvPr/>
          </p:nvPicPr>
          <p:blipFill rotWithShape="1">
            <a:blip r:embed="rId3">
              <a:alphaModFix/>
            </a:blip>
            <a:srcRect t="40" r="862" b="20"/>
            <a:stretch/>
          </p:blipFill>
          <p:spPr>
            <a:xfrm>
              <a:off x="-18288" y="9611418"/>
              <a:ext cx="18324576" cy="22300"/>
            </a:xfrm>
            <a:prstGeom prst="rect">
              <a:avLst/>
            </a:prstGeom>
            <a:noFill/>
            <a:ln>
              <a:noFill/>
            </a:ln>
          </p:spPr>
        </p:pic>
        <p:pic>
          <p:nvPicPr>
            <p:cNvPr id="409" name="Google Shape;409;p33" title="OneCon_Logo.png"/>
            <p:cNvPicPr preferRelativeResize="0"/>
            <p:nvPr/>
          </p:nvPicPr>
          <p:blipFill rotWithShape="1">
            <a:blip r:embed="rId4">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15 - Graphs &amp; Charts 06 - Timeline">
  <p:cSld name="115 - Graphs &amp; Charts 06 - Timeline">
    <p:bg>
      <p:bgPr>
        <a:solidFill>
          <a:schemeClr val="lt2"/>
        </a:solidFill>
        <a:effectLst/>
      </p:bgPr>
    </p:bg>
    <p:spTree>
      <p:nvGrpSpPr>
        <p:cNvPr id="1" name="Shape 410"/>
        <p:cNvGrpSpPr/>
        <p:nvPr/>
      </p:nvGrpSpPr>
      <p:grpSpPr>
        <a:xfrm>
          <a:off x="0" y="0"/>
          <a:ext cx="0" cy="0"/>
          <a:chOff x="0" y="0"/>
          <a:chExt cx="0" cy="0"/>
        </a:xfrm>
      </p:grpSpPr>
      <p:pic>
        <p:nvPicPr>
          <p:cNvPr id="411" name="Google Shape;411;p34" title="Timeline BG 01.jpg"/>
          <p:cNvPicPr preferRelativeResize="0"/>
          <p:nvPr/>
        </p:nvPicPr>
        <p:blipFill rotWithShape="1">
          <a:blip r:embed="rId2">
            <a:alphaModFix/>
          </a:blip>
          <a:srcRect/>
          <a:stretch/>
        </p:blipFill>
        <p:spPr>
          <a:xfrm>
            <a:off x="-38100" y="4799525"/>
            <a:ext cx="18344400" cy="1423575"/>
          </a:xfrm>
          <a:prstGeom prst="rect">
            <a:avLst/>
          </a:prstGeom>
          <a:solidFill>
            <a:schemeClr val="lt1">
              <a:alpha val="87843"/>
            </a:schemeClr>
          </a:solidFill>
          <a:ln>
            <a:noFill/>
          </a:ln>
          <a:effectLst>
            <a:outerShdw blurRad="793421" dist="38100" dir="5400000" algn="t" rotWithShape="0">
              <a:srgbClr val="000000">
                <a:alpha val="65882"/>
              </a:srgbClr>
            </a:outerShdw>
          </a:effectLst>
        </p:spPr>
      </p:pic>
      <p:sp>
        <p:nvSpPr>
          <p:cNvPr id="412" name="Google Shape;412;p34"/>
          <p:cNvSpPr txBox="1">
            <a:spLocks noGrp="1"/>
          </p:cNvSpPr>
          <p:nvPr>
            <p:ph type="body" idx="1"/>
          </p:nvPr>
        </p:nvSpPr>
        <p:spPr>
          <a:xfrm>
            <a:off x="576075" y="533401"/>
            <a:ext cx="5370670"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13" name="Google Shape;413;p34"/>
          <p:cNvSpPr txBox="1">
            <a:spLocks noGrp="1"/>
          </p:cNvSpPr>
          <p:nvPr>
            <p:ph type="body" idx="2"/>
          </p:nvPr>
        </p:nvSpPr>
        <p:spPr>
          <a:xfrm>
            <a:off x="576075" y="1143900"/>
            <a:ext cx="5370670" cy="57150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14" name="Google Shape;414;p34"/>
          <p:cNvSpPr txBox="1">
            <a:spLocks noGrp="1"/>
          </p:cNvSpPr>
          <p:nvPr>
            <p:ph type="body" idx="3"/>
          </p:nvPr>
        </p:nvSpPr>
        <p:spPr>
          <a:xfrm>
            <a:off x="741240" y="2666590"/>
            <a:ext cx="2955540"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15" name="Google Shape;415;p34"/>
          <p:cNvSpPr txBox="1">
            <a:spLocks noGrp="1"/>
          </p:cNvSpPr>
          <p:nvPr>
            <p:ph type="body" idx="4"/>
          </p:nvPr>
        </p:nvSpPr>
        <p:spPr>
          <a:xfrm>
            <a:off x="741240" y="3136635"/>
            <a:ext cx="2955540"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16" name="Google Shape;416;p34"/>
          <p:cNvSpPr txBox="1">
            <a:spLocks noGrp="1"/>
          </p:cNvSpPr>
          <p:nvPr>
            <p:ph type="body" idx="5"/>
          </p:nvPr>
        </p:nvSpPr>
        <p:spPr>
          <a:xfrm>
            <a:off x="6473014" y="2666590"/>
            <a:ext cx="2955540"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17" name="Google Shape;417;p34"/>
          <p:cNvSpPr txBox="1">
            <a:spLocks noGrp="1"/>
          </p:cNvSpPr>
          <p:nvPr>
            <p:ph type="body" idx="6"/>
          </p:nvPr>
        </p:nvSpPr>
        <p:spPr>
          <a:xfrm>
            <a:off x="6473012" y="3136635"/>
            <a:ext cx="2955540"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18" name="Google Shape;418;p34"/>
          <p:cNvSpPr txBox="1">
            <a:spLocks noGrp="1"/>
          </p:cNvSpPr>
          <p:nvPr>
            <p:ph type="body" idx="7"/>
          </p:nvPr>
        </p:nvSpPr>
        <p:spPr>
          <a:xfrm>
            <a:off x="12223718" y="2666590"/>
            <a:ext cx="2955540"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19" name="Google Shape;419;p34"/>
          <p:cNvSpPr txBox="1">
            <a:spLocks noGrp="1"/>
          </p:cNvSpPr>
          <p:nvPr>
            <p:ph type="body" idx="8"/>
          </p:nvPr>
        </p:nvSpPr>
        <p:spPr>
          <a:xfrm>
            <a:off x="12223718" y="3136635"/>
            <a:ext cx="2955540"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cxnSp>
        <p:nvCxnSpPr>
          <p:cNvPr id="420" name="Google Shape;420;p34"/>
          <p:cNvCxnSpPr/>
          <p:nvPr/>
        </p:nvCxnSpPr>
        <p:spPr>
          <a:xfrm rot="10800000">
            <a:off x="-368700" y="5514442"/>
            <a:ext cx="18656700" cy="0"/>
          </a:xfrm>
          <a:prstGeom prst="straightConnector1">
            <a:avLst/>
          </a:prstGeom>
          <a:noFill/>
          <a:ln w="25400" cap="flat" cmpd="sng">
            <a:solidFill>
              <a:schemeClr val="lt1"/>
            </a:solidFill>
            <a:prstDash val="solid"/>
            <a:miter lim="80"/>
            <a:headEnd type="none" w="sm" len="sm"/>
            <a:tailEnd type="oval" w="lg" len="lg"/>
          </a:ln>
        </p:spPr>
      </p:cxnSp>
      <p:sp>
        <p:nvSpPr>
          <p:cNvPr id="421" name="Google Shape;421;p34"/>
          <p:cNvSpPr txBox="1">
            <a:spLocks noGrp="1"/>
          </p:cNvSpPr>
          <p:nvPr>
            <p:ph type="body" idx="9"/>
          </p:nvPr>
        </p:nvSpPr>
        <p:spPr>
          <a:xfrm>
            <a:off x="3596652" y="6857608"/>
            <a:ext cx="2860092"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22" name="Google Shape;422;p34"/>
          <p:cNvSpPr txBox="1">
            <a:spLocks noGrp="1"/>
          </p:cNvSpPr>
          <p:nvPr>
            <p:ph type="body" idx="13"/>
          </p:nvPr>
        </p:nvSpPr>
        <p:spPr>
          <a:xfrm>
            <a:off x="3596652" y="7327653"/>
            <a:ext cx="2860092"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23" name="Google Shape;423;p34"/>
          <p:cNvSpPr txBox="1">
            <a:spLocks noGrp="1"/>
          </p:cNvSpPr>
          <p:nvPr>
            <p:ph type="body" idx="14"/>
          </p:nvPr>
        </p:nvSpPr>
        <p:spPr>
          <a:xfrm>
            <a:off x="9333912" y="6857608"/>
            <a:ext cx="2860092"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24" name="Google Shape;424;p34"/>
          <p:cNvSpPr txBox="1">
            <a:spLocks noGrp="1"/>
          </p:cNvSpPr>
          <p:nvPr>
            <p:ph type="body" idx="15"/>
          </p:nvPr>
        </p:nvSpPr>
        <p:spPr>
          <a:xfrm>
            <a:off x="9333910" y="7327653"/>
            <a:ext cx="2860092"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25" name="Google Shape;425;p34"/>
          <p:cNvSpPr txBox="1">
            <a:spLocks noGrp="1"/>
          </p:cNvSpPr>
          <p:nvPr>
            <p:ph type="body" idx="16"/>
          </p:nvPr>
        </p:nvSpPr>
        <p:spPr>
          <a:xfrm>
            <a:off x="15089252" y="6857608"/>
            <a:ext cx="2860092"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426" name="Google Shape;426;p34"/>
          <p:cNvSpPr txBox="1">
            <a:spLocks noGrp="1"/>
          </p:cNvSpPr>
          <p:nvPr>
            <p:ph type="body" idx="17"/>
          </p:nvPr>
        </p:nvSpPr>
        <p:spPr>
          <a:xfrm>
            <a:off x="15089250" y="7327653"/>
            <a:ext cx="2860092"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dk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427" name="Google Shape;427;p34"/>
          <p:cNvGrpSpPr/>
          <p:nvPr/>
        </p:nvGrpSpPr>
        <p:grpSpPr>
          <a:xfrm>
            <a:off x="-18288" y="9611418"/>
            <a:ext cx="18324576" cy="570251"/>
            <a:chOff x="-18288" y="9611418"/>
            <a:chExt cx="18324576" cy="570251"/>
          </a:xfrm>
        </p:grpSpPr>
        <p:sp>
          <p:nvSpPr>
            <p:cNvPr id="428" name="Google Shape;428;p34"/>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429" name="Google Shape;429;p34"/>
            <p:cNvPicPr preferRelativeResize="0"/>
            <p:nvPr/>
          </p:nvPicPr>
          <p:blipFill rotWithShape="1">
            <a:blip r:embed="rId3">
              <a:alphaModFix/>
            </a:blip>
            <a:srcRect t="40" r="862" b="20"/>
            <a:stretch/>
          </p:blipFill>
          <p:spPr>
            <a:xfrm>
              <a:off x="-18288" y="9611418"/>
              <a:ext cx="18324576" cy="22300"/>
            </a:xfrm>
            <a:prstGeom prst="rect">
              <a:avLst/>
            </a:prstGeom>
            <a:noFill/>
            <a:ln>
              <a:noFill/>
            </a:ln>
          </p:spPr>
        </p:pic>
        <p:pic>
          <p:nvPicPr>
            <p:cNvPr id="430" name="Google Shape;430;p34" title="OneCon_Logo.png"/>
            <p:cNvPicPr preferRelativeResize="0"/>
            <p:nvPr/>
          </p:nvPicPr>
          <p:blipFill rotWithShape="1">
            <a:blip r:embed="rId4">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09 - Quote Slide - Alt - Dark">
  <p:cSld name="109 - Quote Slide - Alt - Dark">
    <p:bg>
      <p:bgPr>
        <a:solidFill>
          <a:schemeClr val="dk2"/>
        </a:solidFill>
        <a:effectLst/>
      </p:bgPr>
    </p:bg>
    <p:spTree>
      <p:nvGrpSpPr>
        <p:cNvPr id="1" name="Shape 431"/>
        <p:cNvGrpSpPr/>
        <p:nvPr/>
      </p:nvGrpSpPr>
      <p:grpSpPr>
        <a:xfrm>
          <a:off x="0" y="0"/>
          <a:ext cx="0" cy="0"/>
          <a:chOff x="0" y="0"/>
          <a:chExt cx="0" cy="0"/>
        </a:xfrm>
      </p:grpSpPr>
      <p:cxnSp>
        <p:nvCxnSpPr>
          <p:cNvPr id="432" name="Google Shape;432;p35"/>
          <p:cNvCxnSpPr/>
          <p:nvPr/>
        </p:nvCxnSpPr>
        <p:spPr>
          <a:xfrm>
            <a:off x="0" y="8648700"/>
            <a:ext cx="18288000" cy="0"/>
          </a:xfrm>
          <a:prstGeom prst="straightConnector1">
            <a:avLst/>
          </a:prstGeom>
          <a:noFill/>
          <a:ln w="12700" cap="flat" cmpd="sng">
            <a:solidFill>
              <a:schemeClr val="accent6"/>
            </a:solidFill>
            <a:prstDash val="solid"/>
            <a:miter lim="80"/>
            <a:headEnd type="none" w="sm" len="sm"/>
            <a:tailEnd type="none" w="sm" len="sm"/>
          </a:ln>
        </p:spPr>
      </p:cxnSp>
      <p:cxnSp>
        <p:nvCxnSpPr>
          <p:cNvPr id="433" name="Google Shape;433;p35"/>
          <p:cNvCxnSpPr/>
          <p:nvPr/>
        </p:nvCxnSpPr>
        <p:spPr>
          <a:xfrm rot="10800000">
            <a:off x="1905000" y="0"/>
            <a:ext cx="0" cy="10290152"/>
          </a:xfrm>
          <a:prstGeom prst="straightConnector1">
            <a:avLst/>
          </a:prstGeom>
          <a:noFill/>
          <a:ln w="12700" cap="flat" cmpd="sng">
            <a:solidFill>
              <a:schemeClr val="accent6"/>
            </a:solidFill>
            <a:prstDash val="solid"/>
            <a:miter lim="80"/>
            <a:headEnd type="none" w="sm" len="sm"/>
            <a:tailEnd type="none" w="sm" len="sm"/>
          </a:ln>
        </p:spPr>
      </p:cxnSp>
      <p:sp>
        <p:nvSpPr>
          <p:cNvPr id="434" name="Google Shape;434;p35"/>
          <p:cNvSpPr txBox="1">
            <a:spLocks noGrp="1"/>
          </p:cNvSpPr>
          <p:nvPr>
            <p:ph type="body" idx="1"/>
          </p:nvPr>
        </p:nvSpPr>
        <p:spPr>
          <a:xfrm>
            <a:off x="2552858" y="3354911"/>
            <a:ext cx="15163640" cy="469371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75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08 - Quote Slide - Picture">
  <p:cSld name="108 - Quote Slide - Picture">
    <p:bg>
      <p:bgPr>
        <a:solidFill>
          <a:schemeClr val="dk2"/>
        </a:solidFill>
        <a:effectLst/>
      </p:bgPr>
    </p:bg>
    <p:spTree>
      <p:nvGrpSpPr>
        <p:cNvPr id="1" name="Shape 435"/>
        <p:cNvGrpSpPr/>
        <p:nvPr/>
      </p:nvGrpSpPr>
      <p:grpSpPr>
        <a:xfrm>
          <a:off x="0" y="0"/>
          <a:ext cx="0" cy="0"/>
          <a:chOff x="0" y="0"/>
          <a:chExt cx="0" cy="0"/>
        </a:xfrm>
      </p:grpSpPr>
      <p:cxnSp>
        <p:nvCxnSpPr>
          <p:cNvPr id="436" name="Google Shape;436;p36"/>
          <p:cNvCxnSpPr/>
          <p:nvPr/>
        </p:nvCxnSpPr>
        <p:spPr>
          <a:xfrm>
            <a:off x="0" y="9753600"/>
            <a:ext cx="18288000" cy="0"/>
          </a:xfrm>
          <a:prstGeom prst="straightConnector1">
            <a:avLst/>
          </a:prstGeom>
          <a:noFill/>
          <a:ln w="12700" cap="flat" cmpd="sng">
            <a:solidFill>
              <a:schemeClr val="accent6"/>
            </a:solidFill>
            <a:prstDash val="solid"/>
            <a:miter lim="80"/>
            <a:headEnd type="none" w="sm" len="sm"/>
            <a:tailEnd type="none" w="sm" len="sm"/>
          </a:ln>
        </p:spPr>
      </p:cxnSp>
      <p:sp>
        <p:nvSpPr>
          <p:cNvPr id="437" name="Google Shape;437;p36"/>
          <p:cNvSpPr txBox="1">
            <a:spLocks noGrp="1"/>
          </p:cNvSpPr>
          <p:nvPr>
            <p:ph type="body" idx="1"/>
          </p:nvPr>
        </p:nvSpPr>
        <p:spPr>
          <a:xfrm>
            <a:off x="576072" y="5701766"/>
            <a:ext cx="7082100" cy="28506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lt1"/>
              </a:buClr>
              <a:buSzPts val="2240"/>
              <a:buFont typeface="Arial"/>
              <a:buNone/>
              <a:defRPr sz="36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3pPr>
            <a:lvl4pPr marL="1828800" marR="0" lvl="3" indent="-342900" algn="l" rtl="0">
              <a:lnSpc>
                <a:spcPct val="100000"/>
              </a:lnSpc>
              <a:spcBef>
                <a:spcPts val="600"/>
              </a:spcBef>
              <a:spcAft>
                <a:spcPts val="0"/>
              </a:spcAft>
              <a:buClr>
                <a:schemeClr val="lt1"/>
              </a:buClr>
              <a:buSzPts val="1800"/>
              <a:buFont typeface="Arial"/>
              <a:buChar char="&gt;"/>
              <a:defRPr sz="1400" b="0" i="0" u="none" strike="noStrike" cap="none">
                <a:solidFill>
                  <a:schemeClr val="lt1"/>
                </a:solidFill>
                <a:latin typeface="Arial"/>
                <a:ea typeface="Arial"/>
                <a:cs typeface="Arial"/>
                <a:sym typeface="Arial"/>
              </a:defRPr>
            </a:lvl4pPr>
            <a:lvl5pPr marL="2286000" marR="0" lvl="4" indent="-342900" algn="l" rtl="0">
              <a:lnSpc>
                <a:spcPct val="100000"/>
              </a:lnSpc>
              <a:spcBef>
                <a:spcPts val="600"/>
              </a:spcBef>
              <a:spcAft>
                <a:spcPts val="0"/>
              </a:spcAft>
              <a:buClr>
                <a:schemeClr val="lt1"/>
              </a:buClr>
              <a:buSzPts val="1800"/>
              <a:buFont typeface="Arial"/>
              <a:buChar char="o"/>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6pPr>
            <a:lvl7pPr marL="3200400" marR="0" lvl="6"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7pPr>
            <a:lvl8pPr marL="3657600" marR="0" lvl="7"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8pPr>
            <a:lvl9pPr marL="4114800" marR="0" lvl="8"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438" name="Google Shape;438;p36"/>
          <p:cNvSpPr>
            <a:spLocks noGrp="1"/>
          </p:cNvSpPr>
          <p:nvPr>
            <p:ph type="pic" idx="2"/>
          </p:nvPr>
        </p:nvSpPr>
        <p:spPr>
          <a:xfrm rot="10800000">
            <a:off x="9144000" y="3"/>
            <a:ext cx="9144000" cy="9405938"/>
          </a:xfrm>
          <a:prstGeom prst="round1Rect">
            <a:avLst>
              <a:gd name="adj" fmla="val 3106"/>
            </a:avLst>
          </a:prstGeom>
          <a:solidFill>
            <a:schemeClr val="accent5"/>
          </a:solidFill>
          <a:ln>
            <a:noFill/>
          </a:ln>
        </p:spPr>
      </p:sp>
      <p:sp>
        <p:nvSpPr>
          <p:cNvPr id="439" name="Google Shape;439;p36"/>
          <p:cNvSpPr txBox="1">
            <a:spLocks noGrp="1"/>
          </p:cNvSpPr>
          <p:nvPr>
            <p:ph type="body" idx="3"/>
          </p:nvPr>
        </p:nvSpPr>
        <p:spPr>
          <a:xfrm>
            <a:off x="576072" y="8752895"/>
            <a:ext cx="6059880"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1 - Content - Text Column - Dark">
  <p:cSld name="11 - Content - Text Column - Dark">
    <p:bg>
      <p:bgPr>
        <a:solidFill>
          <a:schemeClr val="dk2"/>
        </a:solidFill>
        <a:effectLst/>
      </p:bgPr>
    </p:bg>
    <p:spTree>
      <p:nvGrpSpPr>
        <p:cNvPr id="1" name="Shape 440"/>
        <p:cNvGrpSpPr/>
        <p:nvPr/>
      </p:nvGrpSpPr>
      <p:grpSpPr>
        <a:xfrm>
          <a:off x="0" y="0"/>
          <a:ext cx="0" cy="0"/>
          <a:chOff x="0" y="0"/>
          <a:chExt cx="0" cy="0"/>
        </a:xfrm>
      </p:grpSpPr>
      <p:sp>
        <p:nvSpPr>
          <p:cNvPr id="441" name="Google Shape;441;p37"/>
          <p:cNvSpPr txBox="1">
            <a:spLocks noGrp="1"/>
          </p:cNvSpPr>
          <p:nvPr>
            <p:ph type="body" idx="1"/>
          </p:nvPr>
        </p:nvSpPr>
        <p:spPr>
          <a:xfrm>
            <a:off x="576072" y="1549403"/>
            <a:ext cx="15419832" cy="40011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42" name="Google Shape;442;p37"/>
          <p:cNvSpPr txBox="1">
            <a:spLocks noGrp="1"/>
          </p:cNvSpPr>
          <p:nvPr>
            <p:ph type="title"/>
          </p:nvPr>
        </p:nvSpPr>
        <p:spPr>
          <a:xfrm>
            <a:off x="576072" y="526311"/>
            <a:ext cx="13111640" cy="895306"/>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1"/>
              </a:buClr>
              <a:buSzPts val="8000"/>
              <a:buFont typeface="Arial"/>
              <a:buNone/>
              <a:defRPr sz="75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3" name="Google Shape;443;p37"/>
          <p:cNvSpPr txBox="1">
            <a:spLocks noGrp="1"/>
          </p:cNvSpPr>
          <p:nvPr>
            <p:ph type="body" idx="2"/>
          </p:nvPr>
        </p:nvSpPr>
        <p:spPr>
          <a:xfrm>
            <a:off x="576072" y="2854004"/>
            <a:ext cx="16560000" cy="2770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444" name="Google Shape;444;p37"/>
          <p:cNvGrpSpPr/>
          <p:nvPr/>
        </p:nvGrpSpPr>
        <p:grpSpPr>
          <a:xfrm>
            <a:off x="-18288" y="9611418"/>
            <a:ext cx="18324576" cy="570251"/>
            <a:chOff x="-18288" y="9611418"/>
            <a:chExt cx="18324576" cy="570251"/>
          </a:xfrm>
        </p:grpSpPr>
        <p:sp>
          <p:nvSpPr>
            <p:cNvPr id="445" name="Google Shape;445;p37"/>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446" name="Google Shape;446;p37"/>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447" name="Google Shape;447;p37"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4 - Content - 2 Text Columns - Dark">
  <p:cSld name="14 - Content - 2 Text Columns - Dark">
    <p:bg>
      <p:bgPr>
        <a:solidFill>
          <a:schemeClr val="dk2"/>
        </a:solidFill>
        <a:effectLst/>
      </p:bgPr>
    </p:bg>
    <p:spTree>
      <p:nvGrpSpPr>
        <p:cNvPr id="1" name="Shape 448"/>
        <p:cNvGrpSpPr/>
        <p:nvPr/>
      </p:nvGrpSpPr>
      <p:grpSpPr>
        <a:xfrm>
          <a:off x="0" y="0"/>
          <a:ext cx="0" cy="0"/>
          <a:chOff x="0" y="0"/>
          <a:chExt cx="0" cy="0"/>
        </a:xfrm>
      </p:grpSpPr>
      <p:sp>
        <p:nvSpPr>
          <p:cNvPr id="449" name="Google Shape;449;p38"/>
          <p:cNvSpPr txBox="1">
            <a:spLocks noGrp="1"/>
          </p:cNvSpPr>
          <p:nvPr>
            <p:ph type="body" idx="1"/>
          </p:nvPr>
        </p:nvSpPr>
        <p:spPr>
          <a:xfrm>
            <a:off x="576072" y="1549403"/>
            <a:ext cx="15419832" cy="40011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400"/>
              <a:buFont typeface="Arial"/>
              <a:buNone/>
              <a:defRPr sz="2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50" name="Google Shape;450;p38"/>
          <p:cNvSpPr txBox="1">
            <a:spLocks noGrp="1"/>
          </p:cNvSpPr>
          <p:nvPr>
            <p:ph type="title"/>
          </p:nvPr>
        </p:nvSpPr>
        <p:spPr>
          <a:xfrm>
            <a:off x="576072" y="526311"/>
            <a:ext cx="13111640" cy="895306"/>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1"/>
              </a:buClr>
              <a:buSzPts val="8000"/>
              <a:buFont typeface="Arial"/>
              <a:buNone/>
              <a:defRPr sz="75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1" name="Google Shape;451;p38"/>
          <p:cNvSpPr txBox="1">
            <a:spLocks noGrp="1"/>
          </p:cNvSpPr>
          <p:nvPr>
            <p:ph type="body" idx="2"/>
          </p:nvPr>
        </p:nvSpPr>
        <p:spPr>
          <a:xfrm>
            <a:off x="576071" y="3357030"/>
            <a:ext cx="8085330" cy="5743404"/>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52" name="Google Shape;452;p38"/>
          <p:cNvSpPr txBox="1">
            <a:spLocks noGrp="1"/>
          </p:cNvSpPr>
          <p:nvPr>
            <p:ph type="body" idx="3"/>
          </p:nvPr>
        </p:nvSpPr>
        <p:spPr>
          <a:xfrm>
            <a:off x="9012939" y="3357030"/>
            <a:ext cx="8085330" cy="5743404"/>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453" name="Google Shape;453;p38"/>
          <p:cNvGrpSpPr/>
          <p:nvPr/>
        </p:nvGrpSpPr>
        <p:grpSpPr>
          <a:xfrm>
            <a:off x="-18288" y="9611418"/>
            <a:ext cx="18324576" cy="570251"/>
            <a:chOff x="-18288" y="9611418"/>
            <a:chExt cx="18324576" cy="570251"/>
          </a:xfrm>
        </p:grpSpPr>
        <p:sp>
          <p:nvSpPr>
            <p:cNvPr id="454" name="Google Shape;454;p3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455" name="Google Shape;455;p3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456" name="Google Shape;456;p3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7 - Content - 2 Columns - Dark">
  <p:cSld name="17 - Content - 2 Columns - Dark">
    <p:bg>
      <p:bgPr>
        <a:solidFill>
          <a:schemeClr val="dk2"/>
        </a:solidFill>
        <a:effectLst/>
      </p:bgPr>
    </p:bg>
    <p:spTree>
      <p:nvGrpSpPr>
        <p:cNvPr id="1" name="Shape 457"/>
        <p:cNvGrpSpPr/>
        <p:nvPr/>
      </p:nvGrpSpPr>
      <p:grpSpPr>
        <a:xfrm>
          <a:off x="0" y="0"/>
          <a:ext cx="0" cy="0"/>
          <a:chOff x="0" y="0"/>
          <a:chExt cx="0" cy="0"/>
        </a:xfrm>
      </p:grpSpPr>
      <p:sp>
        <p:nvSpPr>
          <p:cNvPr id="458" name="Google Shape;458;p39"/>
          <p:cNvSpPr/>
          <p:nvPr/>
        </p:nvSpPr>
        <p:spPr>
          <a:xfrm>
            <a:off x="4224881"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459" name="Google Shape;459;p39"/>
          <p:cNvSpPr/>
          <p:nvPr/>
        </p:nvSpPr>
        <p:spPr>
          <a:xfrm>
            <a:off x="9918545"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460" name="Google Shape;460;p39"/>
          <p:cNvSpPr txBox="1">
            <a:spLocks noGrp="1"/>
          </p:cNvSpPr>
          <p:nvPr>
            <p:ph type="body" idx="1"/>
          </p:nvPr>
        </p:nvSpPr>
        <p:spPr>
          <a:xfrm>
            <a:off x="4766313"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61" name="Google Shape;461;p39"/>
          <p:cNvSpPr txBox="1">
            <a:spLocks noGrp="1"/>
          </p:cNvSpPr>
          <p:nvPr>
            <p:ph type="body" idx="2"/>
          </p:nvPr>
        </p:nvSpPr>
        <p:spPr>
          <a:xfrm>
            <a:off x="4766313"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62" name="Google Shape;462;p39"/>
          <p:cNvSpPr txBox="1">
            <a:spLocks noGrp="1"/>
          </p:cNvSpPr>
          <p:nvPr>
            <p:ph type="body" idx="3"/>
          </p:nvPr>
        </p:nvSpPr>
        <p:spPr>
          <a:xfrm>
            <a:off x="10494761"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63" name="Google Shape;463;p39"/>
          <p:cNvSpPr txBox="1">
            <a:spLocks noGrp="1"/>
          </p:cNvSpPr>
          <p:nvPr>
            <p:ph type="body" idx="4"/>
          </p:nvPr>
        </p:nvSpPr>
        <p:spPr>
          <a:xfrm>
            <a:off x="10494761"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64" name="Google Shape;464;p39"/>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65" name="Google Shape;465;p39"/>
          <p:cNvSpPr txBox="1">
            <a:spLocks noGrp="1"/>
          </p:cNvSpPr>
          <p:nvPr>
            <p:ph type="body" idx="6"/>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466" name="Google Shape;466;p39"/>
          <p:cNvGrpSpPr/>
          <p:nvPr/>
        </p:nvGrpSpPr>
        <p:grpSpPr>
          <a:xfrm>
            <a:off x="-18288" y="9611418"/>
            <a:ext cx="18324576" cy="570251"/>
            <a:chOff x="-18288" y="9611418"/>
            <a:chExt cx="18324576" cy="570251"/>
          </a:xfrm>
        </p:grpSpPr>
        <p:sp>
          <p:nvSpPr>
            <p:cNvPr id="467" name="Google Shape;467;p39"/>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468" name="Google Shape;468;p39"/>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469" name="Google Shape;469;p39"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8 - Content - 2 Columns Alt">
  <p:cSld name="18 - Content - 2 Columns Alt">
    <p:bg>
      <p:bgPr>
        <a:solidFill>
          <a:schemeClr val="accent5">
            <a:alpha val="10196"/>
          </a:schemeClr>
        </a:solidFill>
        <a:effectLst/>
      </p:bgPr>
    </p:bg>
    <p:spTree>
      <p:nvGrpSpPr>
        <p:cNvPr id="1" name="Shape 470"/>
        <p:cNvGrpSpPr/>
        <p:nvPr/>
      </p:nvGrpSpPr>
      <p:grpSpPr>
        <a:xfrm>
          <a:off x="0" y="0"/>
          <a:ext cx="0" cy="0"/>
          <a:chOff x="0" y="0"/>
          <a:chExt cx="0" cy="0"/>
        </a:xfrm>
      </p:grpSpPr>
      <p:sp>
        <p:nvSpPr>
          <p:cNvPr id="471" name="Google Shape;471;p40"/>
          <p:cNvSpPr txBox="1">
            <a:spLocks noGrp="1"/>
          </p:cNvSpPr>
          <p:nvPr>
            <p:ph type="body" idx="1"/>
          </p:nvPr>
        </p:nvSpPr>
        <p:spPr>
          <a:xfrm>
            <a:off x="4766313"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72" name="Google Shape;472;p40"/>
          <p:cNvSpPr txBox="1">
            <a:spLocks noGrp="1"/>
          </p:cNvSpPr>
          <p:nvPr>
            <p:ph type="body" idx="2"/>
          </p:nvPr>
        </p:nvSpPr>
        <p:spPr>
          <a:xfrm>
            <a:off x="4766313"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73" name="Google Shape;473;p40"/>
          <p:cNvSpPr txBox="1">
            <a:spLocks noGrp="1"/>
          </p:cNvSpPr>
          <p:nvPr>
            <p:ph type="body" idx="3"/>
          </p:nvPr>
        </p:nvSpPr>
        <p:spPr>
          <a:xfrm>
            <a:off x="10494761"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74" name="Google Shape;474;p40"/>
          <p:cNvSpPr txBox="1">
            <a:spLocks noGrp="1"/>
          </p:cNvSpPr>
          <p:nvPr>
            <p:ph type="body" idx="4"/>
          </p:nvPr>
        </p:nvSpPr>
        <p:spPr>
          <a:xfrm>
            <a:off x="10494761"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75" name="Google Shape;475;p40"/>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76" name="Google Shape;476;p40"/>
          <p:cNvSpPr txBox="1">
            <a:spLocks noGrp="1"/>
          </p:cNvSpPr>
          <p:nvPr>
            <p:ph type="body" idx="6"/>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477" name="Google Shape;477;p40"/>
          <p:cNvGrpSpPr/>
          <p:nvPr/>
        </p:nvGrpSpPr>
        <p:grpSpPr>
          <a:xfrm>
            <a:off x="-18288" y="9611418"/>
            <a:ext cx="18324576" cy="570251"/>
            <a:chOff x="-18288" y="9611418"/>
            <a:chExt cx="18324576" cy="570251"/>
          </a:xfrm>
        </p:grpSpPr>
        <p:sp>
          <p:nvSpPr>
            <p:cNvPr id="478" name="Google Shape;478;p40"/>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479" name="Google Shape;479;p40"/>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480" name="Google Shape;480;p40"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20 - Content - 2 Columns Alt - Dark">
  <p:cSld name="20 - Content - 2 Columns Alt - Dark">
    <p:bg>
      <p:bgPr>
        <a:solidFill>
          <a:schemeClr val="dk2"/>
        </a:solidFill>
        <a:effectLst/>
      </p:bgPr>
    </p:bg>
    <p:spTree>
      <p:nvGrpSpPr>
        <p:cNvPr id="1" name="Shape 481"/>
        <p:cNvGrpSpPr/>
        <p:nvPr/>
      </p:nvGrpSpPr>
      <p:grpSpPr>
        <a:xfrm>
          <a:off x="0" y="0"/>
          <a:ext cx="0" cy="0"/>
          <a:chOff x="0" y="0"/>
          <a:chExt cx="0" cy="0"/>
        </a:xfrm>
      </p:grpSpPr>
      <p:sp>
        <p:nvSpPr>
          <p:cNvPr id="482" name="Google Shape;482;p41"/>
          <p:cNvSpPr txBox="1">
            <a:spLocks noGrp="1"/>
          </p:cNvSpPr>
          <p:nvPr>
            <p:ph type="body" idx="1"/>
          </p:nvPr>
        </p:nvSpPr>
        <p:spPr>
          <a:xfrm>
            <a:off x="4766313"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83" name="Google Shape;483;p41"/>
          <p:cNvSpPr txBox="1">
            <a:spLocks noGrp="1"/>
          </p:cNvSpPr>
          <p:nvPr>
            <p:ph type="body" idx="2"/>
          </p:nvPr>
        </p:nvSpPr>
        <p:spPr>
          <a:xfrm>
            <a:off x="4766313"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84" name="Google Shape;484;p41"/>
          <p:cNvSpPr txBox="1">
            <a:spLocks noGrp="1"/>
          </p:cNvSpPr>
          <p:nvPr>
            <p:ph type="body" idx="3"/>
          </p:nvPr>
        </p:nvSpPr>
        <p:spPr>
          <a:xfrm>
            <a:off x="10494761" y="5722394"/>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85" name="Google Shape;485;p41"/>
          <p:cNvSpPr txBox="1">
            <a:spLocks noGrp="1"/>
          </p:cNvSpPr>
          <p:nvPr>
            <p:ph type="body" idx="4"/>
          </p:nvPr>
        </p:nvSpPr>
        <p:spPr>
          <a:xfrm>
            <a:off x="10494761" y="5024767"/>
            <a:ext cx="3363918" cy="560334"/>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86" name="Google Shape;486;p41"/>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87" name="Google Shape;487;p41"/>
          <p:cNvSpPr txBox="1">
            <a:spLocks noGrp="1"/>
          </p:cNvSpPr>
          <p:nvPr>
            <p:ph type="body" idx="6"/>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488" name="Google Shape;488;p41"/>
          <p:cNvGrpSpPr/>
          <p:nvPr/>
        </p:nvGrpSpPr>
        <p:grpSpPr>
          <a:xfrm>
            <a:off x="-18288" y="9611418"/>
            <a:ext cx="18324576" cy="570251"/>
            <a:chOff x="-18288" y="9611418"/>
            <a:chExt cx="18324576" cy="570251"/>
          </a:xfrm>
        </p:grpSpPr>
        <p:sp>
          <p:nvSpPr>
            <p:cNvPr id="489" name="Google Shape;489;p41"/>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490" name="Google Shape;490;p41"/>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491" name="Google Shape;491;p41"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3 - Content - 3 Columns - Dark">
  <p:cSld name="23 - Content - 3 Columns - Dark">
    <p:bg>
      <p:bgPr>
        <a:solidFill>
          <a:schemeClr val="dk2"/>
        </a:solidFill>
        <a:effectLst/>
      </p:bgPr>
    </p:bg>
    <p:spTree>
      <p:nvGrpSpPr>
        <p:cNvPr id="1" name="Shape 492"/>
        <p:cNvGrpSpPr/>
        <p:nvPr/>
      </p:nvGrpSpPr>
      <p:grpSpPr>
        <a:xfrm>
          <a:off x="0" y="0"/>
          <a:ext cx="0" cy="0"/>
          <a:chOff x="0" y="0"/>
          <a:chExt cx="0" cy="0"/>
        </a:xfrm>
      </p:grpSpPr>
      <p:sp>
        <p:nvSpPr>
          <p:cNvPr id="493" name="Google Shape;493;p42"/>
          <p:cNvSpPr/>
          <p:nvPr/>
        </p:nvSpPr>
        <p:spPr>
          <a:xfrm>
            <a:off x="1112521"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494" name="Google Shape;494;p42"/>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95" name="Google Shape;495;p42"/>
          <p:cNvSpPr txBox="1">
            <a:spLocks noGrp="1"/>
          </p:cNvSpPr>
          <p:nvPr>
            <p:ph type="body" idx="2"/>
          </p:nvPr>
        </p:nvSpPr>
        <p:spPr>
          <a:xfrm>
            <a:off x="1799395"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96" name="Google Shape;496;p42"/>
          <p:cNvSpPr txBox="1">
            <a:spLocks noGrp="1"/>
          </p:cNvSpPr>
          <p:nvPr>
            <p:ph type="body" idx="3"/>
          </p:nvPr>
        </p:nvSpPr>
        <p:spPr>
          <a:xfrm>
            <a:off x="179939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97" name="Google Shape;497;p42"/>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98" name="Google Shape;498;p42"/>
          <p:cNvSpPr/>
          <p:nvPr/>
        </p:nvSpPr>
        <p:spPr>
          <a:xfrm>
            <a:off x="6623305"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499" name="Google Shape;499;p42"/>
          <p:cNvSpPr txBox="1">
            <a:spLocks noGrp="1"/>
          </p:cNvSpPr>
          <p:nvPr>
            <p:ph type="body" idx="5"/>
          </p:nvPr>
        </p:nvSpPr>
        <p:spPr>
          <a:xfrm>
            <a:off x="7310179"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00" name="Google Shape;500;p42"/>
          <p:cNvSpPr txBox="1">
            <a:spLocks noGrp="1"/>
          </p:cNvSpPr>
          <p:nvPr>
            <p:ph type="body" idx="6"/>
          </p:nvPr>
        </p:nvSpPr>
        <p:spPr>
          <a:xfrm>
            <a:off x="7310179"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01" name="Google Shape;501;p42"/>
          <p:cNvSpPr/>
          <p:nvPr/>
        </p:nvSpPr>
        <p:spPr>
          <a:xfrm>
            <a:off x="12195049"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02" name="Google Shape;502;p42"/>
          <p:cNvSpPr txBox="1">
            <a:spLocks noGrp="1"/>
          </p:cNvSpPr>
          <p:nvPr>
            <p:ph type="body" idx="7"/>
          </p:nvPr>
        </p:nvSpPr>
        <p:spPr>
          <a:xfrm>
            <a:off x="12881927"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03" name="Google Shape;503;p42"/>
          <p:cNvSpPr txBox="1">
            <a:spLocks noGrp="1"/>
          </p:cNvSpPr>
          <p:nvPr>
            <p:ph type="body" idx="8"/>
          </p:nvPr>
        </p:nvSpPr>
        <p:spPr>
          <a:xfrm>
            <a:off x="1288192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504" name="Google Shape;504;p42"/>
          <p:cNvGrpSpPr/>
          <p:nvPr/>
        </p:nvGrpSpPr>
        <p:grpSpPr>
          <a:xfrm>
            <a:off x="-18288" y="9611418"/>
            <a:ext cx="18324576" cy="570251"/>
            <a:chOff x="-18288" y="9611418"/>
            <a:chExt cx="18324576" cy="570251"/>
          </a:xfrm>
        </p:grpSpPr>
        <p:sp>
          <p:nvSpPr>
            <p:cNvPr id="505" name="Google Shape;505;p42"/>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506" name="Google Shape;506;p42"/>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507" name="Google Shape;507;p42"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24 - Content - 3 Columns - No Container">
  <p:cSld name="24 - Content - 3 Columns - No Container">
    <p:bg>
      <p:bgPr>
        <a:solidFill>
          <a:schemeClr val="accent5">
            <a:alpha val="10196"/>
          </a:schemeClr>
        </a:solidFill>
        <a:effectLst/>
      </p:bgPr>
    </p:bg>
    <p:spTree>
      <p:nvGrpSpPr>
        <p:cNvPr id="1" name="Shape 508"/>
        <p:cNvGrpSpPr/>
        <p:nvPr/>
      </p:nvGrpSpPr>
      <p:grpSpPr>
        <a:xfrm>
          <a:off x="0" y="0"/>
          <a:ext cx="0" cy="0"/>
          <a:chOff x="0" y="0"/>
          <a:chExt cx="0" cy="0"/>
        </a:xfrm>
      </p:grpSpPr>
      <p:sp>
        <p:nvSpPr>
          <p:cNvPr id="509" name="Google Shape;509;p43"/>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0" name="Google Shape;510;p43"/>
          <p:cNvSpPr txBox="1">
            <a:spLocks noGrp="1"/>
          </p:cNvSpPr>
          <p:nvPr>
            <p:ph type="body" idx="2"/>
          </p:nvPr>
        </p:nvSpPr>
        <p:spPr>
          <a:xfrm>
            <a:off x="1799395"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1" name="Google Shape;511;p43"/>
          <p:cNvSpPr txBox="1">
            <a:spLocks noGrp="1"/>
          </p:cNvSpPr>
          <p:nvPr>
            <p:ph type="body" idx="3"/>
          </p:nvPr>
        </p:nvSpPr>
        <p:spPr>
          <a:xfrm>
            <a:off x="179939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2" name="Google Shape;512;p43"/>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3" name="Google Shape;513;p43"/>
          <p:cNvSpPr txBox="1">
            <a:spLocks noGrp="1"/>
          </p:cNvSpPr>
          <p:nvPr>
            <p:ph type="body" idx="5"/>
          </p:nvPr>
        </p:nvSpPr>
        <p:spPr>
          <a:xfrm>
            <a:off x="7310179"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4" name="Google Shape;514;p43"/>
          <p:cNvSpPr txBox="1">
            <a:spLocks noGrp="1"/>
          </p:cNvSpPr>
          <p:nvPr>
            <p:ph type="body" idx="6"/>
          </p:nvPr>
        </p:nvSpPr>
        <p:spPr>
          <a:xfrm>
            <a:off x="7310179"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5" name="Google Shape;515;p43"/>
          <p:cNvSpPr txBox="1">
            <a:spLocks noGrp="1"/>
          </p:cNvSpPr>
          <p:nvPr>
            <p:ph type="body" idx="7"/>
          </p:nvPr>
        </p:nvSpPr>
        <p:spPr>
          <a:xfrm>
            <a:off x="12881927"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6"/>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16" name="Google Shape;516;p43"/>
          <p:cNvSpPr txBox="1">
            <a:spLocks noGrp="1"/>
          </p:cNvSpPr>
          <p:nvPr>
            <p:ph type="body" idx="8"/>
          </p:nvPr>
        </p:nvSpPr>
        <p:spPr>
          <a:xfrm>
            <a:off x="1288192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517" name="Google Shape;517;p43"/>
          <p:cNvGrpSpPr/>
          <p:nvPr/>
        </p:nvGrpSpPr>
        <p:grpSpPr>
          <a:xfrm>
            <a:off x="-18288" y="9611418"/>
            <a:ext cx="18324576" cy="570251"/>
            <a:chOff x="-18288" y="9611418"/>
            <a:chExt cx="18324576" cy="570251"/>
          </a:xfrm>
        </p:grpSpPr>
        <p:sp>
          <p:nvSpPr>
            <p:cNvPr id="518" name="Google Shape;518;p43"/>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519" name="Google Shape;519;p43"/>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520" name="Google Shape;520;p43"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6 - Content - 3 Columns - No Container Dark">
  <p:cSld name="26 - Content - 3 Columns - No Container Dark">
    <p:bg>
      <p:bgPr>
        <a:solidFill>
          <a:schemeClr val="dk2"/>
        </a:solidFill>
        <a:effectLst/>
      </p:bgPr>
    </p:bg>
    <p:spTree>
      <p:nvGrpSpPr>
        <p:cNvPr id="1" name="Shape 521"/>
        <p:cNvGrpSpPr/>
        <p:nvPr/>
      </p:nvGrpSpPr>
      <p:grpSpPr>
        <a:xfrm>
          <a:off x="0" y="0"/>
          <a:ext cx="0" cy="0"/>
          <a:chOff x="0" y="0"/>
          <a:chExt cx="0" cy="0"/>
        </a:xfrm>
      </p:grpSpPr>
      <p:sp>
        <p:nvSpPr>
          <p:cNvPr id="522" name="Google Shape;522;p44"/>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3" name="Google Shape;523;p44"/>
          <p:cNvSpPr txBox="1">
            <a:spLocks noGrp="1"/>
          </p:cNvSpPr>
          <p:nvPr>
            <p:ph type="body" idx="2"/>
          </p:nvPr>
        </p:nvSpPr>
        <p:spPr>
          <a:xfrm>
            <a:off x="1799395"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4" name="Google Shape;524;p44"/>
          <p:cNvSpPr txBox="1">
            <a:spLocks noGrp="1"/>
          </p:cNvSpPr>
          <p:nvPr>
            <p:ph type="body" idx="3"/>
          </p:nvPr>
        </p:nvSpPr>
        <p:spPr>
          <a:xfrm>
            <a:off x="179939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5" name="Google Shape;525;p44"/>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6" name="Google Shape;526;p44"/>
          <p:cNvSpPr txBox="1">
            <a:spLocks noGrp="1"/>
          </p:cNvSpPr>
          <p:nvPr>
            <p:ph type="body" idx="5"/>
          </p:nvPr>
        </p:nvSpPr>
        <p:spPr>
          <a:xfrm>
            <a:off x="7310179"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7" name="Google Shape;527;p44"/>
          <p:cNvSpPr txBox="1">
            <a:spLocks noGrp="1"/>
          </p:cNvSpPr>
          <p:nvPr>
            <p:ph type="body" idx="6"/>
          </p:nvPr>
        </p:nvSpPr>
        <p:spPr>
          <a:xfrm>
            <a:off x="7310179"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8" name="Google Shape;528;p44"/>
          <p:cNvSpPr txBox="1">
            <a:spLocks noGrp="1"/>
          </p:cNvSpPr>
          <p:nvPr>
            <p:ph type="body" idx="7"/>
          </p:nvPr>
        </p:nvSpPr>
        <p:spPr>
          <a:xfrm>
            <a:off x="12881927" y="5719030"/>
            <a:ext cx="3363918" cy="206616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29" name="Google Shape;529;p44"/>
          <p:cNvSpPr txBox="1">
            <a:spLocks noGrp="1"/>
          </p:cNvSpPr>
          <p:nvPr>
            <p:ph type="body" idx="8"/>
          </p:nvPr>
        </p:nvSpPr>
        <p:spPr>
          <a:xfrm>
            <a:off x="12881925" y="5143503"/>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530" name="Google Shape;530;p44"/>
          <p:cNvGrpSpPr/>
          <p:nvPr/>
        </p:nvGrpSpPr>
        <p:grpSpPr>
          <a:xfrm>
            <a:off x="-18288" y="9611418"/>
            <a:ext cx="18324576" cy="570251"/>
            <a:chOff x="-18288" y="9611418"/>
            <a:chExt cx="18324576" cy="570251"/>
          </a:xfrm>
        </p:grpSpPr>
        <p:sp>
          <p:nvSpPr>
            <p:cNvPr id="531" name="Google Shape;531;p44"/>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532" name="Google Shape;532;p44"/>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533" name="Google Shape;533;p44"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29 - Content - 3 Columns Alt - Dark">
  <p:cSld name="29 - Content - 3 Columns Alt - Dark">
    <p:bg>
      <p:bgPr>
        <a:solidFill>
          <a:schemeClr val="dk2"/>
        </a:solidFill>
        <a:effectLst/>
      </p:bgPr>
    </p:bg>
    <p:spTree>
      <p:nvGrpSpPr>
        <p:cNvPr id="1" name="Shape 534"/>
        <p:cNvGrpSpPr/>
        <p:nvPr/>
      </p:nvGrpSpPr>
      <p:grpSpPr>
        <a:xfrm>
          <a:off x="0" y="0"/>
          <a:ext cx="0" cy="0"/>
          <a:chOff x="0" y="0"/>
          <a:chExt cx="0" cy="0"/>
        </a:xfrm>
      </p:grpSpPr>
      <p:sp>
        <p:nvSpPr>
          <p:cNvPr id="535" name="Google Shape;535;p45"/>
          <p:cNvSpPr/>
          <p:nvPr/>
        </p:nvSpPr>
        <p:spPr>
          <a:xfrm>
            <a:off x="1112521"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36" name="Google Shape;536;p45"/>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37" name="Google Shape;537;p45"/>
          <p:cNvSpPr txBox="1">
            <a:spLocks noGrp="1"/>
          </p:cNvSpPr>
          <p:nvPr>
            <p:ph type="body" idx="2"/>
          </p:nvPr>
        </p:nvSpPr>
        <p:spPr>
          <a:xfrm>
            <a:off x="1799395"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38" name="Google Shape;538;p45"/>
          <p:cNvSpPr txBox="1">
            <a:spLocks noGrp="1"/>
          </p:cNvSpPr>
          <p:nvPr>
            <p:ph type="body" idx="3"/>
          </p:nvPr>
        </p:nvSpPr>
        <p:spPr>
          <a:xfrm>
            <a:off x="179939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39" name="Google Shape;539;p45"/>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40" name="Google Shape;540;p45"/>
          <p:cNvSpPr/>
          <p:nvPr/>
        </p:nvSpPr>
        <p:spPr>
          <a:xfrm>
            <a:off x="6623305"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41" name="Google Shape;541;p45"/>
          <p:cNvSpPr txBox="1">
            <a:spLocks noGrp="1"/>
          </p:cNvSpPr>
          <p:nvPr>
            <p:ph type="body" idx="5"/>
          </p:nvPr>
        </p:nvSpPr>
        <p:spPr>
          <a:xfrm>
            <a:off x="7310179"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42" name="Google Shape;542;p45"/>
          <p:cNvSpPr txBox="1">
            <a:spLocks noGrp="1"/>
          </p:cNvSpPr>
          <p:nvPr>
            <p:ph type="body" idx="6"/>
          </p:nvPr>
        </p:nvSpPr>
        <p:spPr>
          <a:xfrm>
            <a:off x="7310179"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43" name="Google Shape;543;p45"/>
          <p:cNvSpPr/>
          <p:nvPr/>
        </p:nvSpPr>
        <p:spPr>
          <a:xfrm>
            <a:off x="12195049" y="2984500"/>
            <a:ext cx="4796030" cy="530860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44" name="Google Shape;544;p45"/>
          <p:cNvSpPr txBox="1">
            <a:spLocks noGrp="1"/>
          </p:cNvSpPr>
          <p:nvPr>
            <p:ph type="body" idx="7"/>
          </p:nvPr>
        </p:nvSpPr>
        <p:spPr>
          <a:xfrm>
            <a:off x="12881927"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45" name="Google Shape;545;p45"/>
          <p:cNvSpPr txBox="1">
            <a:spLocks noGrp="1"/>
          </p:cNvSpPr>
          <p:nvPr>
            <p:ph type="body" idx="8"/>
          </p:nvPr>
        </p:nvSpPr>
        <p:spPr>
          <a:xfrm>
            <a:off x="1288192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grpSp>
        <p:nvGrpSpPr>
          <p:cNvPr id="546" name="Google Shape;546;p45"/>
          <p:cNvGrpSpPr/>
          <p:nvPr/>
        </p:nvGrpSpPr>
        <p:grpSpPr>
          <a:xfrm>
            <a:off x="-18288" y="9611418"/>
            <a:ext cx="18324576" cy="570251"/>
            <a:chOff x="-18288" y="9611418"/>
            <a:chExt cx="18324576" cy="570251"/>
          </a:xfrm>
        </p:grpSpPr>
        <p:sp>
          <p:nvSpPr>
            <p:cNvPr id="547" name="Google Shape;547;p45"/>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548" name="Google Shape;548;p45"/>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549" name="Google Shape;549;p45"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30 - Content - 3 Columns Alt - No Container">
  <p:cSld name="30 - Content - 3 Columns Alt - No Container">
    <p:bg>
      <p:bgPr>
        <a:solidFill>
          <a:schemeClr val="accent5">
            <a:alpha val="10196"/>
          </a:schemeClr>
        </a:solidFill>
        <a:effectLst/>
      </p:bgPr>
    </p:bg>
    <p:spTree>
      <p:nvGrpSpPr>
        <p:cNvPr id="1" name="Shape 550"/>
        <p:cNvGrpSpPr/>
        <p:nvPr/>
      </p:nvGrpSpPr>
      <p:grpSpPr>
        <a:xfrm>
          <a:off x="0" y="0"/>
          <a:ext cx="0" cy="0"/>
          <a:chOff x="0" y="0"/>
          <a:chExt cx="0" cy="0"/>
        </a:xfrm>
      </p:grpSpPr>
      <p:sp>
        <p:nvSpPr>
          <p:cNvPr id="551" name="Google Shape;551;p46"/>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52" name="Google Shape;552;p46"/>
          <p:cNvSpPr txBox="1">
            <a:spLocks noGrp="1"/>
          </p:cNvSpPr>
          <p:nvPr>
            <p:ph type="body" idx="2"/>
          </p:nvPr>
        </p:nvSpPr>
        <p:spPr>
          <a:xfrm>
            <a:off x="1799395"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53" name="Google Shape;553;p46"/>
          <p:cNvSpPr txBox="1">
            <a:spLocks noGrp="1"/>
          </p:cNvSpPr>
          <p:nvPr>
            <p:ph type="body" idx="3"/>
          </p:nvPr>
        </p:nvSpPr>
        <p:spPr>
          <a:xfrm>
            <a:off x="179939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54" name="Google Shape;554;p46"/>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55" name="Google Shape;555;p46"/>
          <p:cNvSpPr txBox="1">
            <a:spLocks noGrp="1"/>
          </p:cNvSpPr>
          <p:nvPr>
            <p:ph type="body" idx="5"/>
          </p:nvPr>
        </p:nvSpPr>
        <p:spPr>
          <a:xfrm>
            <a:off x="7310179"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56" name="Google Shape;556;p46"/>
          <p:cNvSpPr txBox="1">
            <a:spLocks noGrp="1"/>
          </p:cNvSpPr>
          <p:nvPr>
            <p:ph type="body" idx="6"/>
          </p:nvPr>
        </p:nvSpPr>
        <p:spPr>
          <a:xfrm>
            <a:off x="7310179"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57" name="Google Shape;557;p46"/>
          <p:cNvSpPr txBox="1">
            <a:spLocks noGrp="1"/>
          </p:cNvSpPr>
          <p:nvPr>
            <p:ph type="body" idx="7"/>
          </p:nvPr>
        </p:nvSpPr>
        <p:spPr>
          <a:xfrm>
            <a:off x="12881927"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58" name="Google Shape;558;p46"/>
          <p:cNvSpPr txBox="1">
            <a:spLocks noGrp="1"/>
          </p:cNvSpPr>
          <p:nvPr>
            <p:ph type="body" idx="8"/>
          </p:nvPr>
        </p:nvSpPr>
        <p:spPr>
          <a:xfrm>
            <a:off x="1288192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grpSp>
        <p:nvGrpSpPr>
          <p:cNvPr id="559" name="Google Shape;559;p46"/>
          <p:cNvGrpSpPr/>
          <p:nvPr/>
        </p:nvGrpSpPr>
        <p:grpSpPr>
          <a:xfrm>
            <a:off x="-18288" y="9611418"/>
            <a:ext cx="18324576" cy="570251"/>
            <a:chOff x="-18288" y="9611418"/>
            <a:chExt cx="18324576" cy="570251"/>
          </a:xfrm>
        </p:grpSpPr>
        <p:sp>
          <p:nvSpPr>
            <p:cNvPr id="560" name="Google Shape;560;p46"/>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561" name="Google Shape;561;p46"/>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562" name="Google Shape;562;p46"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2 - Content - 3 Columns Alt - No Container - Dark">
  <p:cSld name="32 - Content - 3 Columns Alt - No Container - Dark">
    <p:bg>
      <p:bgPr>
        <a:solidFill>
          <a:schemeClr val="dk2"/>
        </a:solidFill>
        <a:effectLst/>
      </p:bgPr>
    </p:bg>
    <p:spTree>
      <p:nvGrpSpPr>
        <p:cNvPr id="1" name="Shape 563"/>
        <p:cNvGrpSpPr/>
        <p:nvPr/>
      </p:nvGrpSpPr>
      <p:grpSpPr>
        <a:xfrm>
          <a:off x="0" y="0"/>
          <a:ext cx="0" cy="0"/>
          <a:chOff x="0" y="0"/>
          <a:chExt cx="0" cy="0"/>
        </a:xfrm>
      </p:grpSpPr>
      <p:sp>
        <p:nvSpPr>
          <p:cNvPr id="564" name="Google Shape;564;p47"/>
          <p:cNvSpPr txBox="1">
            <a:spLocks noGrp="1"/>
          </p:cNvSpPr>
          <p:nvPr>
            <p:ph type="body" idx="1"/>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65" name="Google Shape;565;p47"/>
          <p:cNvSpPr txBox="1">
            <a:spLocks noGrp="1"/>
          </p:cNvSpPr>
          <p:nvPr>
            <p:ph type="body" idx="2"/>
          </p:nvPr>
        </p:nvSpPr>
        <p:spPr>
          <a:xfrm>
            <a:off x="1799395"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66" name="Google Shape;566;p47"/>
          <p:cNvSpPr txBox="1">
            <a:spLocks noGrp="1"/>
          </p:cNvSpPr>
          <p:nvPr>
            <p:ph type="body" idx="3"/>
          </p:nvPr>
        </p:nvSpPr>
        <p:spPr>
          <a:xfrm>
            <a:off x="179939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67" name="Google Shape;567;p47"/>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68" name="Google Shape;568;p47"/>
          <p:cNvSpPr txBox="1">
            <a:spLocks noGrp="1"/>
          </p:cNvSpPr>
          <p:nvPr>
            <p:ph type="body" idx="5"/>
          </p:nvPr>
        </p:nvSpPr>
        <p:spPr>
          <a:xfrm>
            <a:off x="7310179"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69" name="Google Shape;569;p47"/>
          <p:cNvSpPr txBox="1">
            <a:spLocks noGrp="1"/>
          </p:cNvSpPr>
          <p:nvPr>
            <p:ph type="body" idx="6"/>
          </p:nvPr>
        </p:nvSpPr>
        <p:spPr>
          <a:xfrm>
            <a:off x="7310179"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70" name="Google Shape;570;p47"/>
          <p:cNvSpPr txBox="1">
            <a:spLocks noGrp="1"/>
          </p:cNvSpPr>
          <p:nvPr>
            <p:ph type="body" idx="7"/>
          </p:nvPr>
        </p:nvSpPr>
        <p:spPr>
          <a:xfrm>
            <a:off x="12881927" y="5169480"/>
            <a:ext cx="3363918" cy="26212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71" name="Google Shape;571;p47"/>
          <p:cNvSpPr txBox="1">
            <a:spLocks noGrp="1"/>
          </p:cNvSpPr>
          <p:nvPr>
            <p:ph type="body" idx="8"/>
          </p:nvPr>
        </p:nvSpPr>
        <p:spPr>
          <a:xfrm>
            <a:off x="12881925" y="4593955"/>
            <a:ext cx="3363918" cy="482698"/>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572" name="Google Shape;572;p47"/>
          <p:cNvGrpSpPr/>
          <p:nvPr/>
        </p:nvGrpSpPr>
        <p:grpSpPr>
          <a:xfrm>
            <a:off x="-18288" y="9611418"/>
            <a:ext cx="18324576" cy="570251"/>
            <a:chOff x="-18288" y="9611418"/>
            <a:chExt cx="18324576" cy="570251"/>
          </a:xfrm>
        </p:grpSpPr>
        <p:sp>
          <p:nvSpPr>
            <p:cNvPr id="573" name="Google Shape;573;p47"/>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574" name="Google Shape;574;p47"/>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575" name="Google Shape;575;p47"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5 - Content - 4 Columns Double - Dark">
  <p:cSld name="35 - Content - 4 Columns Double - Dark">
    <p:bg>
      <p:bgPr>
        <a:solidFill>
          <a:schemeClr val="dk2"/>
        </a:solidFill>
        <a:effectLst/>
      </p:bgPr>
    </p:bg>
    <p:spTree>
      <p:nvGrpSpPr>
        <p:cNvPr id="1" name="Shape 576"/>
        <p:cNvGrpSpPr/>
        <p:nvPr/>
      </p:nvGrpSpPr>
      <p:grpSpPr>
        <a:xfrm>
          <a:off x="0" y="0"/>
          <a:ext cx="0" cy="0"/>
          <a:chOff x="0" y="0"/>
          <a:chExt cx="0" cy="0"/>
        </a:xfrm>
      </p:grpSpPr>
      <p:sp>
        <p:nvSpPr>
          <p:cNvPr id="577" name="Google Shape;577;p48"/>
          <p:cNvSpPr/>
          <p:nvPr/>
        </p:nvSpPr>
        <p:spPr>
          <a:xfrm>
            <a:off x="9224393" y="5865499"/>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78" name="Google Shape;578;p48"/>
          <p:cNvSpPr/>
          <p:nvPr/>
        </p:nvSpPr>
        <p:spPr>
          <a:xfrm>
            <a:off x="13491593" y="5865499"/>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79" name="Google Shape;579;p48"/>
          <p:cNvSpPr/>
          <p:nvPr/>
        </p:nvSpPr>
        <p:spPr>
          <a:xfrm>
            <a:off x="4957193" y="5865499"/>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80" name="Google Shape;580;p48"/>
          <p:cNvSpPr/>
          <p:nvPr/>
        </p:nvSpPr>
        <p:spPr>
          <a:xfrm>
            <a:off x="689993" y="5865499"/>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81" name="Google Shape;581;p48"/>
          <p:cNvSpPr/>
          <p:nvPr/>
        </p:nvSpPr>
        <p:spPr>
          <a:xfrm>
            <a:off x="9224393" y="2199135"/>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82" name="Google Shape;582;p48"/>
          <p:cNvSpPr/>
          <p:nvPr/>
        </p:nvSpPr>
        <p:spPr>
          <a:xfrm>
            <a:off x="13491593" y="2199135"/>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83" name="Google Shape;583;p48"/>
          <p:cNvSpPr/>
          <p:nvPr/>
        </p:nvSpPr>
        <p:spPr>
          <a:xfrm>
            <a:off x="4957193" y="2199135"/>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84" name="Google Shape;584;p48"/>
          <p:cNvSpPr/>
          <p:nvPr/>
        </p:nvSpPr>
        <p:spPr>
          <a:xfrm>
            <a:off x="689993" y="2199135"/>
            <a:ext cx="4020314" cy="3266314"/>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585" name="Google Shape;585;p48"/>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86" name="Google Shape;586;p48"/>
          <p:cNvSpPr txBox="1">
            <a:spLocks noGrp="1"/>
          </p:cNvSpPr>
          <p:nvPr>
            <p:ph type="body" idx="2"/>
          </p:nvPr>
        </p:nvSpPr>
        <p:spPr>
          <a:xfrm>
            <a:off x="982599"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87" name="Google Shape;587;p48"/>
          <p:cNvSpPr txBox="1">
            <a:spLocks noGrp="1"/>
          </p:cNvSpPr>
          <p:nvPr>
            <p:ph type="body" idx="3"/>
          </p:nvPr>
        </p:nvSpPr>
        <p:spPr>
          <a:xfrm>
            <a:off x="982599"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88" name="Google Shape;588;p48"/>
          <p:cNvSpPr txBox="1">
            <a:spLocks noGrp="1"/>
          </p:cNvSpPr>
          <p:nvPr>
            <p:ph type="body" idx="4"/>
          </p:nvPr>
        </p:nvSpPr>
        <p:spPr>
          <a:xfrm>
            <a:off x="5281893"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89" name="Google Shape;589;p48"/>
          <p:cNvSpPr txBox="1">
            <a:spLocks noGrp="1"/>
          </p:cNvSpPr>
          <p:nvPr>
            <p:ph type="body" idx="5"/>
          </p:nvPr>
        </p:nvSpPr>
        <p:spPr>
          <a:xfrm>
            <a:off x="528189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90" name="Google Shape;590;p48"/>
          <p:cNvSpPr txBox="1">
            <a:spLocks noGrp="1"/>
          </p:cNvSpPr>
          <p:nvPr>
            <p:ph type="body" idx="6"/>
          </p:nvPr>
        </p:nvSpPr>
        <p:spPr>
          <a:xfrm>
            <a:off x="9548377"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91" name="Google Shape;591;p48"/>
          <p:cNvSpPr txBox="1">
            <a:spLocks noGrp="1"/>
          </p:cNvSpPr>
          <p:nvPr>
            <p:ph type="body" idx="7"/>
          </p:nvPr>
        </p:nvSpPr>
        <p:spPr>
          <a:xfrm>
            <a:off x="9548377"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92" name="Google Shape;592;p48"/>
          <p:cNvSpPr txBox="1">
            <a:spLocks noGrp="1"/>
          </p:cNvSpPr>
          <p:nvPr>
            <p:ph type="body" idx="8"/>
          </p:nvPr>
        </p:nvSpPr>
        <p:spPr>
          <a:xfrm>
            <a:off x="13813605"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93" name="Google Shape;593;p48"/>
          <p:cNvSpPr txBox="1">
            <a:spLocks noGrp="1"/>
          </p:cNvSpPr>
          <p:nvPr>
            <p:ph type="body" idx="9"/>
          </p:nvPr>
        </p:nvSpPr>
        <p:spPr>
          <a:xfrm>
            <a:off x="1381360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94" name="Google Shape;594;p48"/>
          <p:cNvSpPr txBox="1">
            <a:spLocks noGrp="1"/>
          </p:cNvSpPr>
          <p:nvPr>
            <p:ph type="body" idx="1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595" name="Google Shape;595;p48"/>
          <p:cNvSpPr txBox="1">
            <a:spLocks noGrp="1"/>
          </p:cNvSpPr>
          <p:nvPr>
            <p:ph type="body" idx="14"/>
          </p:nvPr>
        </p:nvSpPr>
        <p:spPr>
          <a:xfrm>
            <a:off x="982599"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96" name="Google Shape;596;p48"/>
          <p:cNvSpPr txBox="1">
            <a:spLocks noGrp="1"/>
          </p:cNvSpPr>
          <p:nvPr>
            <p:ph type="body" idx="15"/>
          </p:nvPr>
        </p:nvSpPr>
        <p:spPr>
          <a:xfrm>
            <a:off x="982599"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97" name="Google Shape;597;p48"/>
          <p:cNvSpPr txBox="1">
            <a:spLocks noGrp="1"/>
          </p:cNvSpPr>
          <p:nvPr>
            <p:ph type="body" idx="16"/>
          </p:nvPr>
        </p:nvSpPr>
        <p:spPr>
          <a:xfrm>
            <a:off x="5281893"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598" name="Google Shape;598;p48"/>
          <p:cNvSpPr txBox="1">
            <a:spLocks noGrp="1"/>
          </p:cNvSpPr>
          <p:nvPr>
            <p:ph type="body" idx="17"/>
          </p:nvPr>
        </p:nvSpPr>
        <p:spPr>
          <a:xfrm>
            <a:off x="528189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599" name="Google Shape;599;p48"/>
          <p:cNvSpPr txBox="1">
            <a:spLocks noGrp="1"/>
          </p:cNvSpPr>
          <p:nvPr>
            <p:ph type="body" idx="18"/>
          </p:nvPr>
        </p:nvSpPr>
        <p:spPr>
          <a:xfrm>
            <a:off x="9548377"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00" name="Google Shape;600;p48"/>
          <p:cNvSpPr txBox="1">
            <a:spLocks noGrp="1"/>
          </p:cNvSpPr>
          <p:nvPr>
            <p:ph type="body" idx="19"/>
          </p:nvPr>
        </p:nvSpPr>
        <p:spPr>
          <a:xfrm>
            <a:off x="9548377"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01" name="Google Shape;601;p48"/>
          <p:cNvSpPr txBox="1">
            <a:spLocks noGrp="1"/>
          </p:cNvSpPr>
          <p:nvPr>
            <p:ph type="body" idx="20"/>
          </p:nvPr>
        </p:nvSpPr>
        <p:spPr>
          <a:xfrm>
            <a:off x="13813605"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02" name="Google Shape;602;p48"/>
          <p:cNvSpPr txBox="1">
            <a:spLocks noGrp="1"/>
          </p:cNvSpPr>
          <p:nvPr>
            <p:ph type="body" idx="21"/>
          </p:nvPr>
        </p:nvSpPr>
        <p:spPr>
          <a:xfrm>
            <a:off x="1381360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grpSp>
        <p:nvGrpSpPr>
          <p:cNvPr id="603" name="Google Shape;603;p48"/>
          <p:cNvGrpSpPr/>
          <p:nvPr/>
        </p:nvGrpSpPr>
        <p:grpSpPr>
          <a:xfrm>
            <a:off x="-18288" y="9611418"/>
            <a:ext cx="18324576" cy="570251"/>
            <a:chOff x="-18288" y="9611418"/>
            <a:chExt cx="18324576" cy="570251"/>
          </a:xfrm>
        </p:grpSpPr>
        <p:sp>
          <p:nvSpPr>
            <p:cNvPr id="604" name="Google Shape;604;p4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605" name="Google Shape;605;p4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606" name="Google Shape;606;p4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36 - Content - 4 Columns Double Alt">
  <p:cSld name="36 - Content - 4 Columns Double Alt">
    <p:bg>
      <p:bgPr>
        <a:solidFill>
          <a:schemeClr val="accent5">
            <a:alpha val="10196"/>
          </a:schemeClr>
        </a:solidFill>
        <a:effectLst/>
      </p:bgPr>
    </p:bg>
    <p:spTree>
      <p:nvGrpSpPr>
        <p:cNvPr id="1" name="Shape 607"/>
        <p:cNvGrpSpPr/>
        <p:nvPr/>
      </p:nvGrpSpPr>
      <p:grpSpPr>
        <a:xfrm>
          <a:off x="0" y="0"/>
          <a:ext cx="0" cy="0"/>
          <a:chOff x="0" y="0"/>
          <a:chExt cx="0" cy="0"/>
        </a:xfrm>
      </p:grpSpPr>
      <p:sp>
        <p:nvSpPr>
          <p:cNvPr id="608" name="Google Shape;608;p49"/>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09" name="Google Shape;609;p49"/>
          <p:cNvSpPr txBox="1">
            <a:spLocks noGrp="1"/>
          </p:cNvSpPr>
          <p:nvPr>
            <p:ph type="body" idx="2"/>
          </p:nvPr>
        </p:nvSpPr>
        <p:spPr>
          <a:xfrm>
            <a:off x="982599"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10" name="Google Shape;610;p49"/>
          <p:cNvSpPr txBox="1">
            <a:spLocks noGrp="1"/>
          </p:cNvSpPr>
          <p:nvPr>
            <p:ph type="body" idx="3"/>
          </p:nvPr>
        </p:nvSpPr>
        <p:spPr>
          <a:xfrm>
            <a:off x="982599"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11" name="Google Shape;611;p49"/>
          <p:cNvSpPr txBox="1">
            <a:spLocks noGrp="1"/>
          </p:cNvSpPr>
          <p:nvPr>
            <p:ph type="body" idx="4"/>
          </p:nvPr>
        </p:nvSpPr>
        <p:spPr>
          <a:xfrm>
            <a:off x="5281893"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12" name="Google Shape;612;p49"/>
          <p:cNvSpPr txBox="1">
            <a:spLocks noGrp="1"/>
          </p:cNvSpPr>
          <p:nvPr>
            <p:ph type="body" idx="5"/>
          </p:nvPr>
        </p:nvSpPr>
        <p:spPr>
          <a:xfrm>
            <a:off x="528189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13" name="Google Shape;613;p49"/>
          <p:cNvSpPr txBox="1">
            <a:spLocks noGrp="1"/>
          </p:cNvSpPr>
          <p:nvPr>
            <p:ph type="body" idx="6"/>
          </p:nvPr>
        </p:nvSpPr>
        <p:spPr>
          <a:xfrm>
            <a:off x="9548377"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14" name="Google Shape;614;p49"/>
          <p:cNvSpPr txBox="1">
            <a:spLocks noGrp="1"/>
          </p:cNvSpPr>
          <p:nvPr>
            <p:ph type="body" idx="7"/>
          </p:nvPr>
        </p:nvSpPr>
        <p:spPr>
          <a:xfrm>
            <a:off x="9548377"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15" name="Google Shape;615;p49"/>
          <p:cNvSpPr txBox="1">
            <a:spLocks noGrp="1"/>
          </p:cNvSpPr>
          <p:nvPr>
            <p:ph type="body" idx="8"/>
          </p:nvPr>
        </p:nvSpPr>
        <p:spPr>
          <a:xfrm>
            <a:off x="13813605"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16" name="Google Shape;616;p49"/>
          <p:cNvSpPr txBox="1">
            <a:spLocks noGrp="1"/>
          </p:cNvSpPr>
          <p:nvPr>
            <p:ph type="body" idx="9"/>
          </p:nvPr>
        </p:nvSpPr>
        <p:spPr>
          <a:xfrm>
            <a:off x="1381360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17" name="Google Shape;617;p49"/>
          <p:cNvSpPr txBox="1">
            <a:spLocks noGrp="1"/>
          </p:cNvSpPr>
          <p:nvPr>
            <p:ph type="body" idx="1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18" name="Google Shape;618;p49"/>
          <p:cNvSpPr txBox="1">
            <a:spLocks noGrp="1"/>
          </p:cNvSpPr>
          <p:nvPr>
            <p:ph type="body" idx="14"/>
          </p:nvPr>
        </p:nvSpPr>
        <p:spPr>
          <a:xfrm>
            <a:off x="982599"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19" name="Google Shape;619;p49"/>
          <p:cNvSpPr txBox="1">
            <a:spLocks noGrp="1"/>
          </p:cNvSpPr>
          <p:nvPr>
            <p:ph type="body" idx="15"/>
          </p:nvPr>
        </p:nvSpPr>
        <p:spPr>
          <a:xfrm>
            <a:off x="982599"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20" name="Google Shape;620;p49"/>
          <p:cNvSpPr txBox="1">
            <a:spLocks noGrp="1"/>
          </p:cNvSpPr>
          <p:nvPr>
            <p:ph type="body" idx="16"/>
          </p:nvPr>
        </p:nvSpPr>
        <p:spPr>
          <a:xfrm>
            <a:off x="5281893"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21" name="Google Shape;621;p49"/>
          <p:cNvSpPr txBox="1">
            <a:spLocks noGrp="1"/>
          </p:cNvSpPr>
          <p:nvPr>
            <p:ph type="body" idx="17"/>
          </p:nvPr>
        </p:nvSpPr>
        <p:spPr>
          <a:xfrm>
            <a:off x="528189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22" name="Google Shape;622;p49"/>
          <p:cNvSpPr txBox="1">
            <a:spLocks noGrp="1"/>
          </p:cNvSpPr>
          <p:nvPr>
            <p:ph type="body" idx="18"/>
          </p:nvPr>
        </p:nvSpPr>
        <p:spPr>
          <a:xfrm>
            <a:off x="9548377"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23" name="Google Shape;623;p49"/>
          <p:cNvSpPr txBox="1">
            <a:spLocks noGrp="1"/>
          </p:cNvSpPr>
          <p:nvPr>
            <p:ph type="body" idx="19"/>
          </p:nvPr>
        </p:nvSpPr>
        <p:spPr>
          <a:xfrm>
            <a:off x="9548377"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624" name="Google Shape;624;p49"/>
          <p:cNvSpPr txBox="1">
            <a:spLocks noGrp="1"/>
          </p:cNvSpPr>
          <p:nvPr>
            <p:ph type="body" idx="20"/>
          </p:nvPr>
        </p:nvSpPr>
        <p:spPr>
          <a:xfrm>
            <a:off x="13813605"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25" name="Google Shape;625;p49"/>
          <p:cNvSpPr txBox="1">
            <a:spLocks noGrp="1"/>
          </p:cNvSpPr>
          <p:nvPr>
            <p:ph type="body" idx="21"/>
          </p:nvPr>
        </p:nvSpPr>
        <p:spPr>
          <a:xfrm>
            <a:off x="1381360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26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grpSp>
        <p:nvGrpSpPr>
          <p:cNvPr id="626" name="Google Shape;626;p49"/>
          <p:cNvGrpSpPr/>
          <p:nvPr/>
        </p:nvGrpSpPr>
        <p:grpSpPr>
          <a:xfrm>
            <a:off x="-18288" y="9611418"/>
            <a:ext cx="18324576" cy="570251"/>
            <a:chOff x="-18288" y="9611418"/>
            <a:chExt cx="18324576" cy="570251"/>
          </a:xfrm>
        </p:grpSpPr>
        <p:sp>
          <p:nvSpPr>
            <p:cNvPr id="627" name="Google Shape;627;p49"/>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628" name="Google Shape;628;p49"/>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629" name="Google Shape;629;p49"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38 - Content - 4 Columns Double Alt - Dark">
  <p:cSld name="38 - Content - 4 Columns Double Alt - Dark">
    <p:bg>
      <p:bgPr>
        <a:solidFill>
          <a:schemeClr val="dk2"/>
        </a:solidFill>
        <a:effectLst/>
      </p:bgPr>
    </p:bg>
    <p:spTree>
      <p:nvGrpSpPr>
        <p:cNvPr id="1" name="Shape 630"/>
        <p:cNvGrpSpPr/>
        <p:nvPr/>
      </p:nvGrpSpPr>
      <p:grpSpPr>
        <a:xfrm>
          <a:off x="0" y="0"/>
          <a:ext cx="0" cy="0"/>
          <a:chOff x="0" y="0"/>
          <a:chExt cx="0" cy="0"/>
        </a:xfrm>
      </p:grpSpPr>
      <p:sp>
        <p:nvSpPr>
          <p:cNvPr id="631" name="Google Shape;631;p50"/>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2" name="Google Shape;632;p50"/>
          <p:cNvSpPr txBox="1">
            <a:spLocks noGrp="1"/>
          </p:cNvSpPr>
          <p:nvPr>
            <p:ph type="body" idx="2"/>
          </p:nvPr>
        </p:nvSpPr>
        <p:spPr>
          <a:xfrm>
            <a:off x="982599"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3" name="Google Shape;633;p50"/>
          <p:cNvSpPr txBox="1">
            <a:spLocks noGrp="1"/>
          </p:cNvSpPr>
          <p:nvPr>
            <p:ph type="body" idx="3"/>
          </p:nvPr>
        </p:nvSpPr>
        <p:spPr>
          <a:xfrm>
            <a:off x="982599"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4" name="Google Shape;634;p50"/>
          <p:cNvSpPr txBox="1">
            <a:spLocks noGrp="1"/>
          </p:cNvSpPr>
          <p:nvPr>
            <p:ph type="body" idx="4"/>
          </p:nvPr>
        </p:nvSpPr>
        <p:spPr>
          <a:xfrm>
            <a:off x="5281893"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5" name="Google Shape;635;p50"/>
          <p:cNvSpPr txBox="1">
            <a:spLocks noGrp="1"/>
          </p:cNvSpPr>
          <p:nvPr>
            <p:ph type="body" idx="5"/>
          </p:nvPr>
        </p:nvSpPr>
        <p:spPr>
          <a:xfrm>
            <a:off x="528189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6" name="Google Shape;636;p50"/>
          <p:cNvSpPr txBox="1">
            <a:spLocks noGrp="1"/>
          </p:cNvSpPr>
          <p:nvPr>
            <p:ph type="body" idx="6"/>
          </p:nvPr>
        </p:nvSpPr>
        <p:spPr>
          <a:xfrm>
            <a:off x="9548377"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7" name="Google Shape;637;p50"/>
          <p:cNvSpPr txBox="1">
            <a:spLocks noGrp="1"/>
          </p:cNvSpPr>
          <p:nvPr>
            <p:ph type="body" idx="7"/>
          </p:nvPr>
        </p:nvSpPr>
        <p:spPr>
          <a:xfrm>
            <a:off x="9548377"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8" name="Google Shape;638;p50"/>
          <p:cNvSpPr txBox="1">
            <a:spLocks noGrp="1"/>
          </p:cNvSpPr>
          <p:nvPr>
            <p:ph type="body" idx="8"/>
          </p:nvPr>
        </p:nvSpPr>
        <p:spPr>
          <a:xfrm>
            <a:off x="13813605" y="42298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9" name="Google Shape;639;p50"/>
          <p:cNvSpPr txBox="1">
            <a:spLocks noGrp="1"/>
          </p:cNvSpPr>
          <p:nvPr>
            <p:ph type="body" idx="9"/>
          </p:nvPr>
        </p:nvSpPr>
        <p:spPr>
          <a:xfrm>
            <a:off x="13813603" y="3429762"/>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0" name="Google Shape;640;p50"/>
          <p:cNvSpPr txBox="1">
            <a:spLocks noGrp="1"/>
          </p:cNvSpPr>
          <p:nvPr>
            <p:ph type="body" idx="1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1" name="Google Shape;641;p50"/>
          <p:cNvSpPr txBox="1">
            <a:spLocks noGrp="1"/>
          </p:cNvSpPr>
          <p:nvPr>
            <p:ph type="body" idx="14"/>
          </p:nvPr>
        </p:nvSpPr>
        <p:spPr>
          <a:xfrm>
            <a:off x="982599"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2" name="Google Shape;642;p50"/>
          <p:cNvSpPr txBox="1">
            <a:spLocks noGrp="1"/>
          </p:cNvSpPr>
          <p:nvPr>
            <p:ph type="body" idx="15"/>
          </p:nvPr>
        </p:nvSpPr>
        <p:spPr>
          <a:xfrm>
            <a:off x="982599"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3" name="Google Shape;643;p50"/>
          <p:cNvSpPr txBox="1">
            <a:spLocks noGrp="1"/>
          </p:cNvSpPr>
          <p:nvPr>
            <p:ph type="body" idx="16"/>
          </p:nvPr>
        </p:nvSpPr>
        <p:spPr>
          <a:xfrm>
            <a:off x="5281893"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4" name="Google Shape;644;p50"/>
          <p:cNvSpPr txBox="1">
            <a:spLocks noGrp="1"/>
          </p:cNvSpPr>
          <p:nvPr>
            <p:ph type="body" idx="17"/>
          </p:nvPr>
        </p:nvSpPr>
        <p:spPr>
          <a:xfrm>
            <a:off x="528189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5" name="Google Shape;645;p50"/>
          <p:cNvSpPr txBox="1">
            <a:spLocks noGrp="1"/>
          </p:cNvSpPr>
          <p:nvPr>
            <p:ph type="body" idx="18"/>
          </p:nvPr>
        </p:nvSpPr>
        <p:spPr>
          <a:xfrm>
            <a:off x="9548377"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6" name="Google Shape;646;p50"/>
          <p:cNvSpPr txBox="1">
            <a:spLocks noGrp="1"/>
          </p:cNvSpPr>
          <p:nvPr>
            <p:ph type="body" idx="19"/>
          </p:nvPr>
        </p:nvSpPr>
        <p:spPr>
          <a:xfrm>
            <a:off x="9548377"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7" name="Google Shape;647;p50"/>
          <p:cNvSpPr txBox="1">
            <a:spLocks noGrp="1"/>
          </p:cNvSpPr>
          <p:nvPr>
            <p:ph type="body" idx="20"/>
          </p:nvPr>
        </p:nvSpPr>
        <p:spPr>
          <a:xfrm>
            <a:off x="13813605" y="78962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48" name="Google Shape;648;p50"/>
          <p:cNvSpPr txBox="1">
            <a:spLocks noGrp="1"/>
          </p:cNvSpPr>
          <p:nvPr>
            <p:ph type="body" idx="21"/>
          </p:nvPr>
        </p:nvSpPr>
        <p:spPr>
          <a:xfrm>
            <a:off x="13813603" y="70961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649" name="Google Shape;649;p50"/>
          <p:cNvGrpSpPr/>
          <p:nvPr/>
        </p:nvGrpSpPr>
        <p:grpSpPr>
          <a:xfrm>
            <a:off x="-18288" y="9611418"/>
            <a:ext cx="18324576" cy="570251"/>
            <a:chOff x="-18288" y="9611418"/>
            <a:chExt cx="18324576" cy="570251"/>
          </a:xfrm>
        </p:grpSpPr>
        <p:sp>
          <p:nvSpPr>
            <p:cNvPr id="650" name="Google Shape;650;p50"/>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651" name="Google Shape;651;p50"/>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652" name="Google Shape;652;p50"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41 - Content - 4 Columns - Dark">
  <p:cSld name="41 - Content - 4 Columns - Dark">
    <p:bg>
      <p:bgPr>
        <a:solidFill>
          <a:schemeClr val="dk2"/>
        </a:solidFill>
        <a:effectLst/>
      </p:bgPr>
    </p:bg>
    <p:spTree>
      <p:nvGrpSpPr>
        <p:cNvPr id="1" name="Shape 653"/>
        <p:cNvGrpSpPr/>
        <p:nvPr/>
      </p:nvGrpSpPr>
      <p:grpSpPr>
        <a:xfrm>
          <a:off x="0" y="0"/>
          <a:ext cx="0" cy="0"/>
          <a:chOff x="0" y="0"/>
          <a:chExt cx="0" cy="0"/>
        </a:xfrm>
      </p:grpSpPr>
      <p:sp>
        <p:nvSpPr>
          <p:cNvPr id="654" name="Google Shape;654;p51"/>
          <p:cNvSpPr/>
          <p:nvPr/>
        </p:nvSpPr>
        <p:spPr>
          <a:xfrm>
            <a:off x="702183" y="3767328"/>
            <a:ext cx="4008122" cy="323088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655" name="Google Shape;655;p51"/>
          <p:cNvSpPr/>
          <p:nvPr/>
        </p:nvSpPr>
        <p:spPr>
          <a:xfrm>
            <a:off x="4945001" y="3767328"/>
            <a:ext cx="4008122" cy="323088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656" name="Google Shape;656;p51"/>
          <p:cNvSpPr/>
          <p:nvPr/>
        </p:nvSpPr>
        <p:spPr>
          <a:xfrm>
            <a:off x="9224393" y="3767328"/>
            <a:ext cx="4008122" cy="323088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657" name="Google Shape;657;p51"/>
          <p:cNvSpPr/>
          <p:nvPr/>
        </p:nvSpPr>
        <p:spPr>
          <a:xfrm>
            <a:off x="13503785" y="3767328"/>
            <a:ext cx="4008122" cy="3230880"/>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658" name="Google Shape;658;p51"/>
          <p:cNvSpPr txBox="1">
            <a:spLocks noGrp="1"/>
          </p:cNvSpPr>
          <p:nvPr>
            <p:ph type="body" idx="1"/>
          </p:nvPr>
        </p:nvSpPr>
        <p:spPr>
          <a:xfrm>
            <a:off x="982599"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59" name="Google Shape;659;p51"/>
          <p:cNvSpPr txBox="1">
            <a:spLocks noGrp="1"/>
          </p:cNvSpPr>
          <p:nvPr>
            <p:ph type="body" idx="2"/>
          </p:nvPr>
        </p:nvSpPr>
        <p:spPr>
          <a:xfrm>
            <a:off x="982599"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0" name="Google Shape;660;p51"/>
          <p:cNvSpPr txBox="1">
            <a:spLocks noGrp="1"/>
          </p:cNvSpPr>
          <p:nvPr>
            <p:ph type="body" idx="3"/>
          </p:nvPr>
        </p:nvSpPr>
        <p:spPr>
          <a:xfrm>
            <a:off x="5263685"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1" name="Google Shape;661;p51"/>
          <p:cNvSpPr txBox="1">
            <a:spLocks noGrp="1"/>
          </p:cNvSpPr>
          <p:nvPr>
            <p:ph type="body" idx="4"/>
          </p:nvPr>
        </p:nvSpPr>
        <p:spPr>
          <a:xfrm>
            <a:off x="5263683"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2" name="Google Shape;662;p51"/>
          <p:cNvSpPr txBox="1">
            <a:spLocks noGrp="1"/>
          </p:cNvSpPr>
          <p:nvPr>
            <p:ph type="body" idx="5"/>
          </p:nvPr>
        </p:nvSpPr>
        <p:spPr>
          <a:xfrm>
            <a:off x="9544767"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3" name="Google Shape;663;p51"/>
          <p:cNvSpPr txBox="1">
            <a:spLocks noGrp="1"/>
          </p:cNvSpPr>
          <p:nvPr>
            <p:ph type="body" idx="6"/>
          </p:nvPr>
        </p:nvSpPr>
        <p:spPr>
          <a:xfrm>
            <a:off x="9544767"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4" name="Google Shape;664;p51"/>
          <p:cNvSpPr txBox="1">
            <a:spLocks noGrp="1"/>
          </p:cNvSpPr>
          <p:nvPr>
            <p:ph type="body" idx="7"/>
          </p:nvPr>
        </p:nvSpPr>
        <p:spPr>
          <a:xfrm>
            <a:off x="13820933"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5" name="Google Shape;665;p51"/>
          <p:cNvSpPr txBox="1">
            <a:spLocks noGrp="1"/>
          </p:cNvSpPr>
          <p:nvPr>
            <p:ph type="body" idx="8"/>
          </p:nvPr>
        </p:nvSpPr>
        <p:spPr>
          <a:xfrm>
            <a:off x="13820931"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6" name="Google Shape;666;p51"/>
          <p:cNvSpPr txBox="1">
            <a:spLocks noGrp="1"/>
          </p:cNvSpPr>
          <p:nvPr>
            <p:ph type="body" idx="9"/>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67" name="Google Shape;667;p51"/>
          <p:cNvSpPr txBox="1">
            <a:spLocks noGrp="1"/>
          </p:cNvSpPr>
          <p:nvPr>
            <p:ph type="body" idx="13"/>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668" name="Google Shape;668;p51"/>
          <p:cNvGrpSpPr/>
          <p:nvPr/>
        </p:nvGrpSpPr>
        <p:grpSpPr>
          <a:xfrm>
            <a:off x="-18288" y="9611418"/>
            <a:ext cx="18324576" cy="570251"/>
            <a:chOff x="-18288" y="9611418"/>
            <a:chExt cx="18324576" cy="570251"/>
          </a:xfrm>
        </p:grpSpPr>
        <p:sp>
          <p:nvSpPr>
            <p:cNvPr id="669" name="Google Shape;669;p51"/>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670" name="Google Shape;670;p51"/>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671" name="Google Shape;671;p51"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42 - Content - 4 Columns Alt - Light">
  <p:cSld name="42 - Content - 4 Columns Alt - Light">
    <p:bg>
      <p:bgPr>
        <a:solidFill>
          <a:schemeClr val="accent5">
            <a:alpha val="10196"/>
          </a:schemeClr>
        </a:solidFill>
        <a:effectLst/>
      </p:bgPr>
    </p:bg>
    <p:spTree>
      <p:nvGrpSpPr>
        <p:cNvPr id="1" name="Shape 672"/>
        <p:cNvGrpSpPr/>
        <p:nvPr/>
      </p:nvGrpSpPr>
      <p:grpSpPr>
        <a:xfrm>
          <a:off x="0" y="0"/>
          <a:ext cx="0" cy="0"/>
          <a:chOff x="0" y="0"/>
          <a:chExt cx="0" cy="0"/>
        </a:xfrm>
      </p:grpSpPr>
      <p:sp>
        <p:nvSpPr>
          <p:cNvPr id="673" name="Google Shape;673;p52"/>
          <p:cNvSpPr txBox="1">
            <a:spLocks noGrp="1"/>
          </p:cNvSpPr>
          <p:nvPr>
            <p:ph type="body" idx="1"/>
          </p:nvPr>
        </p:nvSpPr>
        <p:spPr>
          <a:xfrm>
            <a:off x="982599"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74" name="Google Shape;674;p52"/>
          <p:cNvSpPr txBox="1">
            <a:spLocks noGrp="1"/>
          </p:cNvSpPr>
          <p:nvPr>
            <p:ph type="body" idx="2"/>
          </p:nvPr>
        </p:nvSpPr>
        <p:spPr>
          <a:xfrm>
            <a:off x="982599"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675" name="Google Shape;675;p52"/>
          <p:cNvSpPr txBox="1">
            <a:spLocks noGrp="1"/>
          </p:cNvSpPr>
          <p:nvPr>
            <p:ph type="body" idx="3"/>
          </p:nvPr>
        </p:nvSpPr>
        <p:spPr>
          <a:xfrm>
            <a:off x="5263685"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76" name="Google Shape;676;p52"/>
          <p:cNvSpPr txBox="1">
            <a:spLocks noGrp="1"/>
          </p:cNvSpPr>
          <p:nvPr>
            <p:ph type="body" idx="4"/>
          </p:nvPr>
        </p:nvSpPr>
        <p:spPr>
          <a:xfrm>
            <a:off x="5263683"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677" name="Google Shape;677;p52"/>
          <p:cNvSpPr txBox="1">
            <a:spLocks noGrp="1"/>
          </p:cNvSpPr>
          <p:nvPr>
            <p:ph type="body" idx="5"/>
          </p:nvPr>
        </p:nvSpPr>
        <p:spPr>
          <a:xfrm>
            <a:off x="9544767"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78" name="Google Shape;678;p52"/>
          <p:cNvSpPr txBox="1">
            <a:spLocks noGrp="1"/>
          </p:cNvSpPr>
          <p:nvPr>
            <p:ph type="body" idx="6"/>
          </p:nvPr>
        </p:nvSpPr>
        <p:spPr>
          <a:xfrm>
            <a:off x="9544767"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679" name="Google Shape;679;p52"/>
          <p:cNvSpPr txBox="1">
            <a:spLocks noGrp="1"/>
          </p:cNvSpPr>
          <p:nvPr>
            <p:ph type="body" idx="7"/>
          </p:nvPr>
        </p:nvSpPr>
        <p:spPr>
          <a:xfrm>
            <a:off x="13820933"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680" name="Google Shape;680;p52"/>
          <p:cNvSpPr txBox="1">
            <a:spLocks noGrp="1"/>
          </p:cNvSpPr>
          <p:nvPr>
            <p:ph type="body" idx="8"/>
          </p:nvPr>
        </p:nvSpPr>
        <p:spPr>
          <a:xfrm>
            <a:off x="13820931"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681" name="Google Shape;681;p52"/>
          <p:cNvSpPr txBox="1">
            <a:spLocks noGrp="1"/>
          </p:cNvSpPr>
          <p:nvPr>
            <p:ph type="body" idx="9"/>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82" name="Google Shape;682;p52"/>
          <p:cNvSpPr txBox="1">
            <a:spLocks noGrp="1"/>
          </p:cNvSpPr>
          <p:nvPr>
            <p:ph type="body" idx="13"/>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683" name="Google Shape;683;p52"/>
          <p:cNvGrpSpPr/>
          <p:nvPr/>
        </p:nvGrpSpPr>
        <p:grpSpPr>
          <a:xfrm>
            <a:off x="-18288" y="9611418"/>
            <a:ext cx="18324576" cy="570251"/>
            <a:chOff x="-18288" y="9611418"/>
            <a:chExt cx="18324576" cy="570251"/>
          </a:xfrm>
        </p:grpSpPr>
        <p:sp>
          <p:nvSpPr>
            <p:cNvPr id="684" name="Google Shape;684;p52"/>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685" name="Google Shape;685;p52"/>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686" name="Google Shape;686;p52"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44 - Content - 4 Columns Alt - Dark">
  <p:cSld name="44 - Content - 4 Columns Alt - Dark">
    <p:bg>
      <p:bgPr>
        <a:solidFill>
          <a:schemeClr val="dk2"/>
        </a:solidFill>
        <a:effectLst/>
      </p:bgPr>
    </p:bg>
    <p:spTree>
      <p:nvGrpSpPr>
        <p:cNvPr id="1" name="Shape 687"/>
        <p:cNvGrpSpPr/>
        <p:nvPr/>
      </p:nvGrpSpPr>
      <p:grpSpPr>
        <a:xfrm>
          <a:off x="0" y="0"/>
          <a:ext cx="0" cy="0"/>
          <a:chOff x="0" y="0"/>
          <a:chExt cx="0" cy="0"/>
        </a:xfrm>
      </p:grpSpPr>
      <p:sp>
        <p:nvSpPr>
          <p:cNvPr id="688" name="Google Shape;688;p53"/>
          <p:cNvSpPr txBox="1">
            <a:spLocks noGrp="1"/>
          </p:cNvSpPr>
          <p:nvPr>
            <p:ph type="body" idx="1"/>
          </p:nvPr>
        </p:nvSpPr>
        <p:spPr>
          <a:xfrm>
            <a:off x="982599"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89" name="Google Shape;689;p53"/>
          <p:cNvSpPr txBox="1">
            <a:spLocks noGrp="1"/>
          </p:cNvSpPr>
          <p:nvPr>
            <p:ph type="body" idx="2"/>
          </p:nvPr>
        </p:nvSpPr>
        <p:spPr>
          <a:xfrm>
            <a:off x="982599"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0" name="Google Shape;690;p53"/>
          <p:cNvSpPr txBox="1">
            <a:spLocks noGrp="1"/>
          </p:cNvSpPr>
          <p:nvPr>
            <p:ph type="body" idx="3"/>
          </p:nvPr>
        </p:nvSpPr>
        <p:spPr>
          <a:xfrm>
            <a:off x="5263685"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1" name="Google Shape;691;p53"/>
          <p:cNvSpPr txBox="1">
            <a:spLocks noGrp="1"/>
          </p:cNvSpPr>
          <p:nvPr>
            <p:ph type="body" idx="4"/>
          </p:nvPr>
        </p:nvSpPr>
        <p:spPr>
          <a:xfrm>
            <a:off x="5263683"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2" name="Google Shape;692;p53"/>
          <p:cNvSpPr txBox="1">
            <a:spLocks noGrp="1"/>
          </p:cNvSpPr>
          <p:nvPr>
            <p:ph type="body" idx="5"/>
          </p:nvPr>
        </p:nvSpPr>
        <p:spPr>
          <a:xfrm>
            <a:off x="9544767"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3" name="Google Shape;693;p53"/>
          <p:cNvSpPr txBox="1">
            <a:spLocks noGrp="1"/>
          </p:cNvSpPr>
          <p:nvPr>
            <p:ph type="body" idx="6"/>
          </p:nvPr>
        </p:nvSpPr>
        <p:spPr>
          <a:xfrm>
            <a:off x="9544767"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4" name="Google Shape;694;p53"/>
          <p:cNvSpPr txBox="1">
            <a:spLocks noGrp="1"/>
          </p:cNvSpPr>
          <p:nvPr>
            <p:ph type="body" idx="7"/>
          </p:nvPr>
        </p:nvSpPr>
        <p:spPr>
          <a:xfrm>
            <a:off x="13820933" y="5719030"/>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5" name="Google Shape;695;p53"/>
          <p:cNvSpPr txBox="1">
            <a:spLocks noGrp="1"/>
          </p:cNvSpPr>
          <p:nvPr>
            <p:ph type="body" idx="8"/>
          </p:nvPr>
        </p:nvSpPr>
        <p:spPr>
          <a:xfrm>
            <a:off x="13820931" y="5157375"/>
            <a:ext cx="336391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6" name="Google Shape;696;p53"/>
          <p:cNvSpPr txBox="1">
            <a:spLocks noGrp="1"/>
          </p:cNvSpPr>
          <p:nvPr>
            <p:ph type="body" idx="9"/>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97" name="Google Shape;697;p53"/>
          <p:cNvSpPr txBox="1">
            <a:spLocks noGrp="1"/>
          </p:cNvSpPr>
          <p:nvPr>
            <p:ph type="body" idx="13"/>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698" name="Google Shape;698;p53"/>
          <p:cNvGrpSpPr/>
          <p:nvPr/>
        </p:nvGrpSpPr>
        <p:grpSpPr>
          <a:xfrm>
            <a:off x="-18288" y="9611418"/>
            <a:ext cx="18324576" cy="570251"/>
            <a:chOff x="-18288" y="9611418"/>
            <a:chExt cx="18324576" cy="570251"/>
          </a:xfrm>
        </p:grpSpPr>
        <p:sp>
          <p:nvSpPr>
            <p:cNvPr id="699" name="Google Shape;699;p53"/>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700" name="Google Shape;700;p53"/>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701" name="Google Shape;701;p53"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47 - Content - 2x2 - Dark">
  <p:cSld name="47 - Content - 2x2 - Dark">
    <p:bg>
      <p:bgPr>
        <a:solidFill>
          <a:schemeClr val="dk2"/>
        </a:solidFill>
        <a:effectLst/>
      </p:bgPr>
    </p:bg>
    <p:spTree>
      <p:nvGrpSpPr>
        <p:cNvPr id="1" name="Shape 702"/>
        <p:cNvGrpSpPr/>
        <p:nvPr/>
      </p:nvGrpSpPr>
      <p:grpSpPr>
        <a:xfrm>
          <a:off x="0" y="0"/>
          <a:ext cx="0" cy="0"/>
          <a:chOff x="0" y="0"/>
          <a:chExt cx="0" cy="0"/>
        </a:xfrm>
      </p:grpSpPr>
      <p:sp>
        <p:nvSpPr>
          <p:cNvPr id="703" name="Google Shape;703;p54"/>
          <p:cNvSpPr/>
          <p:nvPr/>
        </p:nvSpPr>
        <p:spPr>
          <a:xfrm>
            <a:off x="765983" y="3009192"/>
            <a:ext cx="7780530" cy="254070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04" name="Google Shape;704;p54"/>
          <p:cNvSpPr txBox="1">
            <a:spLocks noGrp="1"/>
          </p:cNvSpPr>
          <p:nvPr>
            <p:ph type="body" idx="1"/>
          </p:nvPr>
        </p:nvSpPr>
        <p:spPr>
          <a:xfrm>
            <a:off x="279798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05" name="Google Shape;705;p54"/>
          <p:cNvSpPr txBox="1">
            <a:spLocks noGrp="1"/>
          </p:cNvSpPr>
          <p:nvPr>
            <p:ph type="body" idx="2"/>
          </p:nvPr>
        </p:nvSpPr>
        <p:spPr>
          <a:xfrm>
            <a:off x="279798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06" name="Google Shape;706;p54"/>
          <p:cNvSpPr txBox="1">
            <a:spLocks noGrp="1"/>
          </p:cNvSpPr>
          <p:nvPr>
            <p:ph type="body" idx="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07" name="Google Shape;707;p54"/>
          <p:cNvSpPr txBox="1">
            <a:spLocks noGrp="1"/>
          </p:cNvSpPr>
          <p:nvPr>
            <p:ph type="body" idx="4"/>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08" name="Google Shape;708;p54"/>
          <p:cNvSpPr/>
          <p:nvPr/>
        </p:nvSpPr>
        <p:spPr>
          <a:xfrm>
            <a:off x="765983" y="6081576"/>
            <a:ext cx="7780530" cy="254070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09" name="Google Shape;709;p54"/>
          <p:cNvSpPr txBox="1">
            <a:spLocks noGrp="1"/>
          </p:cNvSpPr>
          <p:nvPr>
            <p:ph type="body" idx="5"/>
          </p:nvPr>
        </p:nvSpPr>
        <p:spPr>
          <a:xfrm>
            <a:off x="279798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10" name="Google Shape;710;p54"/>
          <p:cNvSpPr txBox="1">
            <a:spLocks noGrp="1"/>
          </p:cNvSpPr>
          <p:nvPr>
            <p:ph type="body" idx="6"/>
          </p:nvPr>
        </p:nvSpPr>
        <p:spPr>
          <a:xfrm>
            <a:off x="279798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11" name="Google Shape;711;p54"/>
          <p:cNvSpPr/>
          <p:nvPr/>
        </p:nvSpPr>
        <p:spPr>
          <a:xfrm>
            <a:off x="9178463" y="3009192"/>
            <a:ext cx="7780530" cy="254070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12" name="Google Shape;712;p54"/>
          <p:cNvSpPr txBox="1">
            <a:spLocks noGrp="1"/>
          </p:cNvSpPr>
          <p:nvPr>
            <p:ph type="body" idx="7"/>
          </p:nvPr>
        </p:nvSpPr>
        <p:spPr>
          <a:xfrm>
            <a:off x="1121046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13" name="Google Shape;713;p54"/>
          <p:cNvSpPr txBox="1">
            <a:spLocks noGrp="1"/>
          </p:cNvSpPr>
          <p:nvPr>
            <p:ph type="body" idx="8"/>
          </p:nvPr>
        </p:nvSpPr>
        <p:spPr>
          <a:xfrm>
            <a:off x="1121046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14" name="Google Shape;714;p54"/>
          <p:cNvSpPr/>
          <p:nvPr/>
        </p:nvSpPr>
        <p:spPr>
          <a:xfrm>
            <a:off x="9178463" y="6081576"/>
            <a:ext cx="7780530" cy="254070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15" name="Google Shape;715;p54"/>
          <p:cNvSpPr txBox="1">
            <a:spLocks noGrp="1"/>
          </p:cNvSpPr>
          <p:nvPr>
            <p:ph type="body" idx="9"/>
          </p:nvPr>
        </p:nvSpPr>
        <p:spPr>
          <a:xfrm>
            <a:off x="1121046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16" name="Google Shape;716;p54"/>
          <p:cNvSpPr txBox="1">
            <a:spLocks noGrp="1"/>
          </p:cNvSpPr>
          <p:nvPr>
            <p:ph type="body" idx="13"/>
          </p:nvPr>
        </p:nvSpPr>
        <p:spPr>
          <a:xfrm>
            <a:off x="1121046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717" name="Google Shape;717;p54"/>
          <p:cNvGrpSpPr/>
          <p:nvPr/>
        </p:nvGrpSpPr>
        <p:grpSpPr>
          <a:xfrm>
            <a:off x="-18288" y="9611418"/>
            <a:ext cx="18324576" cy="570251"/>
            <a:chOff x="-18288" y="9611418"/>
            <a:chExt cx="18324576" cy="570251"/>
          </a:xfrm>
        </p:grpSpPr>
        <p:sp>
          <p:nvSpPr>
            <p:cNvPr id="718" name="Google Shape;718;p54"/>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719" name="Google Shape;719;p54"/>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720" name="Google Shape;720;p54"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48 - Content - 2x2 Alt - Light">
  <p:cSld name="48 - Content - 2x2 Alt - Light">
    <p:bg>
      <p:bgPr>
        <a:solidFill>
          <a:schemeClr val="accent5">
            <a:alpha val="10196"/>
          </a:schemeClr>
        </a:solidFill>
        <a:effectLst/>
      </p:bgPr>
    </p:bg>
    <p:spTree>
      <p:nvGrpSpPr>
        <p:cNvPr id="1" name="Shape 721"/>
        <p:cNvGrpSpPr/>
        <p:nvPr/>
      </p:nvGrpSpPr>
      <p:grpSpPr>
        <a:xfrm>
          <a:off x="0" y="0"/>
          <a:ext cx="0" cy="0"/>
          <a:chOff x="0" y="0"/>
          <a:chExt cx="0" cy="0"/>
        </a:xfrm>
      </p:grpSpPr>
      <p:sp>
        <p:nvSpPr>
          <p:cNvPr id="722" name="Google Shape;722;p55"/>
          <p:cNvSpPr txBox="1">
            <a:spLocks noGrp="1"/>
          </p:cNvSpPr>
          <p:nvPr>
            <p:ph type="body" idx="1"/>
          </p:nvPr>
        </p:nvSpPr>
        <p:spPr>
          <a:xfrm>
            <a:off x="279798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23" name="Google Shape;723;p55"/>
          <p:cNvSpPr txBox="1">
            <a:spLocks noGrp="1"/>
          </p:cNvSpPr>
          <p:nvPr>
            <p:ph type="body" idx="2"/>
          </p:nvPr>
        </p:nvSpPr>
        <p:spPr>
          <a:xfrm>
            <a:off x="279798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24" name="Google Shape;724;p55"/>
          <p:cNvSpPr txBox="1">
            <a:spLocks noGrp="1"/>
          </p:cNvSpPr>
          <p:nvPr>
            <p:ph type="body" idx="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25" name="Google Shape;725;p55"/>
          <p:cNvSpPr txBox="1">
            <a:spLocks noGrp="1"/>
          </p:cNvSpPr>
          <p:nvPr>
            <p:ph type="body" idx="4"/>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26" name="Google Shape;726;p55"/>
          <p:cNvSpPr txBox="1">
            <a:spLocks noGrp="1"/>
          </p:cNvSpPr>
          <p:nvPr>
            <p:ph type="body" idx="5"/>
          </p:nvPr>
        </p:nvSpPr>
        <p:spPr>
          <a:xfrm>
            <a:off x="279798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27" name="Google Shape;727;p55"/>
          <p:cNvSpPr txBox="1">
            <a:spLocks noGrp="1"/>
          </p:cNvSpPr>
          <p:nvPr>
            <p:ph type="body" idx="6"/>
          </p:nvPr>
        </p:nvSpPr>
        <p:spPr>
          <a:xfrm>
            <a:off x="279798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28" name="Google Shape;728;p55"/>
          <p:cNvSpPr txBox="1">
            <a:spLocks noGrp="1"/>
          </p:cNvSpPr>
          <p:nvPr>
            <p:ph type="body" idx="7"/>
          </p:nvPr>
        </p:nvSpPr>
        <p:spPr>
          <a:xfrm>
            <a:off x="1121046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29" name="Google Shape;729;p55"/>
          <p:cNvSpPr txBox="1">
            <a:spLocks noGrp="1"/>
          </p:cNvSpPr>
          <p:nvPr>
            <p:ph type="body" idx="8"/>
          </p:nvPr>
        </p:nvSpPr>
        <p:spPr>
          <a:xfrm>
            <a:off x="1121046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30" name="Google Shape;730;p55"/>
          <p:cNvSpPr txBox="1">
            <a:spLocks noGrp="1"/>
          </p:cNvSpPr>
          <p:nvPr>
            <p:ph type="body" idx="9"/>
          </p:nvPr>
        </p:nvSpPr>
        <p:spPr>
          <a:xfrm>
            <a:off x="1121046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31" name="Google Shape;731;p55"/>
          <p:cNvSpPr txBox="1">
            <a:spLocks noGrp="1"/>
          </p:cNvSpPr>
          <p:nvPr>
            <p:ph type="body" idx="13"/>
          </p:nvPr>
        </p:nvSpPr>
        <p:spPr>
          <a:xfrm>
            <a:off x="1121046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732" name="Google Shape;732;p55"/>
          <p:cNvGrpSpPr/>
          <p:nvPr/>
        </p:nvGrpSpPr>
        <p:grpSpPr>
          <a:xfrm>
            <a:off x="-18288" y="9611418"/>
            <a:ext cx="18324576" cy="570251"/>
            <a:chOff x="-18288" y="9611418"/>
            <a:chExt cx="18324576" cy="570251"/>
          </a:xfrm>
        </p:grpSpPr>
        <p:sp>
          <p:nvSpPr>
            <p:cNvPr id="733" name="Google Shape;733;p55"/>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734" name="Google Shape;734;p55"/>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735" name="Google Shape;735;p55"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50 - Content - 2x2 Alt - Dark">
  <p:cSld name="50 - Content - 2x2 Alt - Dark">
    <p:bg>
      <p:bgPr>
        <a:solidFill>
          <a:schemeClr val="dk2"/>
        </a:solidFill>
        <a:effectLst/>
      </p:bgPr>
    </p:bg>
    <p:spTree>
      <p:nvGrpSpPr>
        <p:cNvPr id="1" name="Shape 736"/>
        <p:cNvGrpSpPr/>
        <p:nvPr/>
      </p:nvGrpSpPr>
      <p:grpSpPr>
        <a:xfrm>
          <a:off x="0" y="0"/>
          <a:ext cx="0" cy="0"/>
          <a:chOff x="0" y="0"/>
          <a:chExt cx="0" cy="0"/>
        </a:xfrm>
      </p:grpSpPr>
      <p:sp>
        <p:nvSpPr>
          <p:cNvPr id="737" name="Google Shape;737;p56"/>
          <p:cNvSpPr txBox="1">
            <a:spLocks noGrp="1"/>
          </p:cNvSpPr>
          <p:nvPr>
            <p:ph type="body" idx="1"/>
          </p:nvPr>
        </p:nvSpPr>
        <p:spPr>
          <a:xfrm>
            <a:off x="279798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38" name="Google Shape;738;p56"/>
          <p:cNvSpPr txBox="1">
            <a:spLocks noGrp="1"/>
          </p:cNvSpPr>
          <p:nvPr>
            <p:ph type="body" idx="2"/>
          </p:nvPr>
        </p:nvSpPr>
        <p:spPr>
          <a:xfrm>
            <a:off x="279798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39" name="Google Shape;739;p56"/>
          <p:cNvSpPr txBox="1">
            <a:spLocks noGrp="1"/>
          </p:cNvSpPr>
          <p:nvPr>
            <p:ph type="body" idx="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40" name="Google Shape;740;p56"/>
          <p:cNvSpPr txBox="1">
            <a:spLocks noGrp="1"/>
          </p:cNvSpPr>
          <p:nvPr>
            <p:ph type="body" idx="4"/>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41" name="Google Shape;741;p56"/>
          <p:cNvSpPr txBox="1">
            <a:spLocks noGrp="1"/>
          </p:cNvSpPr>
          <p:nvPr>
            <p:ph type="body" idx="5"/>
          </p:nvPr>
        </p:nvSpPr>
        <p:spPr>
          <a:xfrm>
            <a:off x="279798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42" name="Google Shape;742;p56"/>
          <p:cNvSpPr txBox="1">
            <a:spLocks noGrp="1"/>
          </p:cNvSpPr>
          <p:nvPr>
            <p:ph type="body" idx="6"/>
          </p:nvPr>
        </p:nvSpPr>
        <p:spPr>
          <a:xfrm>
            <a:off x="279798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43" name="Google Shape;743;p56"/>
          <p:cNvSpPr txBox="1">
            <a:spLocks noGrp="1"/>
          </p:cNvSpPr>
          <p:nvPr>
            <p:ph type="body" idx="7"/>
          </p:nvPr>
        </p:nvSpPr>
        <p:spPr>
          <a:xfrm>
            <a:off x="11210460" y="4113199"/>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44" name="Google Shape;744;p56"/>
          <p:cNvSpPr txBox="1">
            <a:spLocks noGrp="1"/>
          </p:cNvSpPr>
          <p:nvPr>
            <p:ph type="body" idx="8"/>
          </p:nvPr>
        </p:nvSpPr>
        <p:spPr>
          <a:xfrm>
            <a:off x="11210460" y="3551541"/>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45" name="Google Shape;745;p56"/>
          <p:cNvSpPr txBox="1">
            <a:spLocks noGrp="1"/>
          </p:cNvSpPr>
          <p:nvPr>
            <p:ph type="body" idx="9"/>
          </p:nvPr>
        </p:nvSpPr>
        <p:spPr>
          <a:xfrm>
            <a:off x="11210460" y="7185583"/>
            <a:ext cx="5451908" cy="89435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4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46" name="Google Shape;746;p56"/>
          <p:cNvSpPr txBox="1">
            <a:spLocks noGrp="1"/>
          </p:cNvSpPr>
          <p:nvPr>
            <p:ph type="body" idx="13"/>
          </p:nvPr>
        </p:nvSpPr>
        <p:spPr>
          <a:xfrm>
            <a:off x="11210460" y="6623925"/>
            <a:ext cx="545190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747" name="Google Shape;747;p56"/>
          <p:cNvGrpSpPr/>
          <p:nvPr/>
        </p:nvGrpSpPr>
        <p:grpSpPr>
          <a:xfrm>
            <a:off x="-18288" y="9611418"/>
            <a:ext cx="18324576" cy="570251"/>
            <a:chOff x="-18288" y="9611418"/>
            <a:chExt cx="18324576" cy="570251"/>
          </a:xfrm>
        </p:grpSpPr>
        <p:sp>
          <p:nvSpPr>
            <p:cNvPr id="748" name="Google Shape;748;p56"/>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749" name="Google Shape;749;p56"/>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750" name="Google Shape;750;p56"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53 - Content - 2 Columns Large - Dark">
  <p:cSld name="53 - Content - 2 Columns Large - Dark">
    <p:bg>
      <p:bgPr>
        <a:solidFill>
          <a:schemeClr val="dk2"/>
        </a:solidFill>
        <a:effectLst/>
      </p:bgPr>
    </p:bg>
    <p:spTree>
      <p:nvGrpSpPr>
        <p:cNvPr id="1" name="Shape 751"/>
        <p:cNvGrpSpPr/>
        <p:nvPr/>
      </p:nvGrpSpPr>
      <p:grpSpPr>
        <a:xfrm>
          <a:off x="0" y="0"/>
          <a:ext cx="0" cy="0"/>
          <a:chOff x="0" y="0"/>
          <a:chExt cx="0" cy="0"/>
        </a:xfrm>
      </p:grpSpPr>
      <p:sp>
        <p:nvSpPr>
          <p:cNvPr id="752" name="Google Shape;752;p57"/>
          <p:cNvSpPr/>
          <p:nvPr/>
        </p:nvSpPr>
        <p:spPr>
          <a:xfrm>
            <a:off x="2233748" y="3121156"/>
            <a:ext cx="6727372" cy="476706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53" name="Google Shape;753;p57"/>
          <p:cNvSpPr/>
          <p:nvPr/>
        </p:nvSpPr>
        <p:spPr>
          <a:xfrm>
            <a:off x="9427030" y="3121156"/>
            <a:ext cx="6727372" cy="476706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54" name="Google Shape;754;p57"/>
          <p:cNvSpPr txBox="1">
            <a:spLocks noGrp="1"/>
          </p:cNvSpPr>
          <p:nvPr>
            <p:ph type="body" idx="1"/>
          </p:nvPr>
        </p:nvSpPr>
        <p:spPr>
          <a:xfrm>
            <a:off x="2922963"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125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755" name="Google Shape;755;p57"/>
          <p:cNvSpPr txBox="1">
            <a:spLocks noGrp="1"/>
          </p:cNvSpPr>
          <p:nvPr>
            <p:ph type="body" idx="2"/>
          </p:nvPr>
        </p:nvSpPr>
        <p:spPr>
          <a:xfrm>
            <a:off x="2922963"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756" name="Google Shape;756;p57"/>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57" name="Google Shape;757;p57"/>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58" name="Google Shape;758;p57"/>
          <p:cNvSpPr txBox="1">
            <a:spLocks noGrp="1"/>
          </p:cNvSpPr>
          <p:nvPr>
            <p:ph type="body" idx="5"/>
          </p:nvPr>
        </p:nvSpPr>
        <p:spPr>
          <a:xfrm>
            <a:off x="10116245"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2"/>
              </a:buClr>
              <a:buSzPts val="2240"/>
              <a:buFont typeface="Arial"/>
              <a:buNone/>
              <a:defRPr sz="125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2"/>
              </a:buClr>
              <a:buSzPts val="1800"/>
              <a:buFont typeface="Arial"/>
              <a:buChar char="&gt;"/>
              <a:defRPr sz="1400" b="0" i="0" u="none" strike="noStrike" cap="none">
                <a:solidFill>
                  <a:schemeClr val="accent2"/>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2"/>
              </a:buClr>
              <a:buSzPts val="1800"/>
              <a:buFont typeface="Arial"/>
              <a:buChar char="o"/>
              <a:defRPr sz="1400" b="0" i="0" u="none" strike="noStrike" cap="none">
                <a:solidFill>
                  <a:schemeClr val="accent2"/>
                </a:solidFill>
                <a:latin typeface="Arial"/>
                <a:ea typeface="Arial"/>
                <a:cs typeface="Arial"/>
                <a:sym typeface="Arial"/>
              </a:defRPr>
            </a:lvl5pPr>
            <a:lvl6pPr marL="2743200" marR="0" lvl="5"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6pPr>
            <a:lvl7pPr marL="3200400" marR="0" lvl="6"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7pPr>
            <a:lvl8pPr marL="3657600" marR="0" lvl="7"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8pPr>
            <a:lvl9pPr marL="4114800" marR="0" lvl="8" indent="-342900" algn="l" rtl="0">
              <a:lnSpc>
                <a:spcPct val="90000"/>
              </a:lnSpc>
              <a:spcBef>
                <a:spcPts val="750"/>
              </a:spcBef>
              <a:spcAft>
                <a:spcPts val="0"/>
              </a:spcAft>
              <a:buClr>
                <a:schemeClr val="accent2"/>
              </a:buClr>
              <a:buSzPts val="1800"/>
              <a:buFont typeface="Arial"/>
              <a:buChar char="•"/>
              <a:defRPr sz="1400" b="0" i="0" u="none" strike="noStrike" cap="none">
                <a:solidFill>
                  <a:schemeClr val="accent2"/>
                </a:solidFill>
                <a:latin typeface="Arial"/>
                <a:ea typeface="Arial"/>
                <a:cs typeface="Arial"/>
                <a:sym typeface="Arial"/>
              </a:defRPr>
            </a:lvl9pPr>
          </a:lstStyle>
          <a:p>
            <a:endParaRPr/>
          </a:p>
        </p:txBody>
      </p:sp>
      <p:sp>
        <p:nvSpPr>
          <p:cNvPr id="759" name="Google Shape;759;p57"/>
          <p:cNvSpPr txBox="1">
            <a:spLocks noGrp="1"/>
          </p:cNvSpPr>
          <p:nvPr>
            <p:ph type="body" idx="6"/>
          </p:nvPr>
        </p:nvSpPr>
        <p:spPr>
          <a:xfrm>
            <a:off x="10116245"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grpSp>
        <p:nvGrpSpPr>
          <p:cNvPr id="760" name="Google Shape;760;p57"/>
          <p:cNvGrpSpPr/>
          <p:nvPr/>
        </p:nvGrpSpPr>
        <p:grpSpPr>
          <a:xfrm>
            <a:off x="-18288" y="9611418"/>
            <a:ext cx="18324576" cy="570251"/>
            <a:chOff x="-18288" y="9611418"/>
            <a:chExt cx="18324576" cy="570251"/>
          </a:xfrm>
        </p:grpSpPr>
        <p:sp>
          <p:nvSpPr>
            <p:cNvPr id="761" name="Google Shape;761;p57"/>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762" name="Google Shape;762;p57"/>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763" name="Google Shape;763;p57"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54 - Content - 2 Columns Large Alt - Light">
  <p:cSld name="54 - Content - 2 Columns Large Alt - Light">
    <p:bg>
      <p:bgPr>
        <a:solidFill>
          <a:schemeClr val="accent5">
            <a:alpha val="10196"/>
          </a:schemeClr>
        </a:solidFill>
        <a:effectLst/>
      </p:bgPr>
    </p:bg>
    <p:spTree>
      <p:nvGrpSpPr>
        <p:cNvPr id="1" name="Shape 764"/>
        <p:cNvGrpSpPr/>
        <p:nvPr/>
      </p:nvGrpSpPr>
      <p:grpSpPr>
        <a:xfrm>
          <a:off x="0" y="0"/>
          <a:ext cx="0" cy="0"/>
          <a:chOff x="0" y="0"/>
          <a:chExt cx="0" cy="0"/>
        </a:xfrm>
      </p:grpSpPr>
      <p:sp>
        <p:nvSpPr>
          <p:cNvPr id="765" name="Google Shape;765;p58"/>
          <p:cNvSpPr txBox="1">
            <a:spLocks noGrp="1"/>
          </p:cNvSpPr>
          <p:nvPr>
            <p:ph type="body" idx="1"/>
          </p:nvPr>
        </p:nvSpPr>
        <p:spPr>
          <a:xfrm>
            <a:off x="2922963"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25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766" name="Google Shape;766;p58"/>
          <p:cNvSpPr txBox="1">
            <a:spLocks noGrp="1"/>
          </p:cNvSpPr>
          <p:nvPr>
            <p:ph type="body" idx="2"/>
          </p:nvPr>
        </p:nvSpPr>
        <p:spPr>
          <a:xfrm>
            <a:off x="2922963"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sp>
        <p:nvSpPr>
          <p:cNvPr id="767" name="Google Shape;767;p58"/>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68" name="Google Shape;768;p58"/>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69" name="Google Shape;769;p58"/>
          <p:cNvSpPr txBox="1">
            <a:spLocks noGrp="1"/>
          </p:cNvSpPr>
          <p:nvPr>
            <p:ph type="body" idx="5"/>
          </p:nvPr>
        </p:nvSpPr>
        <p:spPr>
          <a:xfrm>
            <a:off x="10116245"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25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1"/>
              </a:buClr>
              <a:buSzPts val="1800"/>
              <a:buFont typeface="Arial"/>
              <a:buChar char="&gt;"/>
              <a:defRPr sz="1400" b="0" i="0" u="none" strike="noStrike" cap="none">
                <a:solidFill>
                  <a:schemeClr val="accent1"/>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1"/>
              </a:buClr>
              <a:buSzPts val="1800"/>
              <a:buFont typeface="Arial"/>
              <a:buChar char="o"/>
              <a:defRPr sz="1400" b="0" i="0" u="none" strike="noStrike" cap="none">
                <a:solidFill>
                  <a:schemeClr val="accent1"/>
                </a:solidFill>
                <a:latin typeface="Arial"/>
                <a:ea typeface="Arial"/>
                <a:cs typeface="Arial"/>
                <a:sym typeface="Arial"/>
              </a:defRPr>
            </a:lvl5pPr>
            <a:lvl6pPr marL="2743200" marR="0" lvl="5"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6pPr>
            <a:lvl7pPr marL="3200400" marR="0" lvl="6"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7pPr>
            <a:lvl8pPr marL="3657600" marR="0" lvl="7"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8pPr>
            <a:lvl9pPr marL="4114800" marR="0" lvl="8" indent="-342900" algn="l" rtl="0">
              <a:lnSpc>
                <a:spcPct val="90000"/>
              </a:lnSpc>
              <a:spcBef>
                <a:spcPts val="750"/>
              </a:spcBef>
              <a:spcAft>
                <a:spcPts val="0"/>
              </a:spcAft>
              <a:buClr>
                <a:schemeClr val="accent1"/>
              </a:buClr>
              <a:buSzPts val="1800"/>
              <a:buFont typeface="Arial"/>
              <a:buChar char="•"/>
              <a:defRPr sz="1400" b="0" i="0" u="none" strike="noStrike" cap="none">
                <a:solidFill>
                  <a:schemeClr val="accent1"/>
                </a:solidFill>
                <a:latin typeface="Arial"/>
                <a:ea typeface="Arial"/>
                <a:cs typeface="Arial"/>
                <a:sym typeface="Arial"/>
              </a:defRPr>
            </a:lvl9pPr>
          </a:lstStyle>
          <a:p>
            <a:endParaRPr/>
          </a:p>
        </p:txBody>
      </p:sp>
      <p:sp>
        <p:nvSpPr>
          <p:cNvPr id="770" name="Google Shape;770;p58"/>
          <p:cNvSpPr txBox="1">
            <a:spLocks noGrp="1"/>
          </p:cNvSpPr>
          <p:nvPr>
            <p:ph type="body" idx="6"/>
          </p:nvPr>
        </p:nvSpPr>
        <p:spPr>
          <a:xfrm>
            <a:off x="10116245"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5"/>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5"/>
              </a:buClr>
              <a:buSzPts val="1800"/>
              <a:buFont typeface="Arial"/>
              <a:buChar char="&gt;"/>
              <a:defRPr sz="1400" b="0" i="0" u="none" strike="noStrike" cap="none">
                <a:solidFill>
                  <a:schemeClr val="accent5"/>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5"/>
              </a:buClr>
              <a:buSzPts val="1800"/>
              <a:buFont typeface="Arial"/>
              <a:buChar char="o"/>
              <a:defRPr sz="1400" b="0" i="0" u="none" strike="noStrike" cap="none">
                <a:solidFill>
                  <a:schemeClr val="accent5"/>
                </a:solidFill>
                <a:latin typeface="Arial"/>
                <a:ea typeface="Arial"/>
                <a:cs typeface="Arial"/>
                <a:sym typeface="Arial"/>
              </a:defRPr>
            </a:lvl5pPr>
            <a:lvl6pPr marL="2743200" marR="0" lvl="5"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6pPr>
            <a:lvl7pPr marL="3200400" marR="0" lvl="6"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7pPr>
            <a:lvl8pPr marL="3657600" marR="0" lvl="7"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8pPr>
            <a:lvl9pPr marL="4114800" marR="0" lvl="8" indent="-342900" algn="l" rtl="0">
              <a:lnSpc>
                <a:spcPct val="90000"/>
              </a:lnSpc>
              <a:spcBef>
                <a:spcPts val="750"/>
              </a:spcBef>
              <a:spcAft>
                <a:spcPts val="0"/>
              </a:spcAft>
              <a:buClr>
                <a:schemeClr val="accent5"/>
              </a:buClr>
              <a:buSzPts val="1800"/>
              <a:buFont typeface="Arial"/>
              <a:buChar char="•"/>
              <a:defRPr sz="1400" b="0" i="0" u="none" strike="noStrike" cap="none">
                <a:solidFill>
                  <a:schemeClr val="accent5"/>
                </a:solidFill>
                <a:latin typeface="Arial"/>
                <a:ea typeface="Arial"/>
                <a:cs typeface="Arial"/>
                <a:sym typeface="Arial"/>
              </a:defRPr>
            </a:lvl9pPr>
          </a:lstStyle>
          <a:p>
            <a:endParaRPr/>
          </a:p>
        </p:txBody>
      </p:sp>
      <p:grpSp>
        <p:nvGrpSpPr>
          <p:cNvPr id="771" name="Google Shape;771;p58"/>
          <p:cNvGrpSpPr/>
          <p:nvPr/>
        </p:nvGrpSpPr>
        <p:grpSpPr>
          <a:xfrm>
            <a:off x="-18288" y="9611418"/>
            <a:ext cx="18324576" cy="570251"/>
            <a:chOff x="-18288" y="9611418"/>
            <a:chExt cx="18324576" cy="570251"/>
          </a:xfrm>
        </p:grpSpPr>
        <p:sp>
          <p:nvSpPr>
            <p:cNvPr id="772" name="Google Shape;772;p5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773" name="Google Shape;773;p5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774" name="Google Shape;774;p5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56 - Content - 2 Columns Large Alt - Dark">
  <p:cSld name="56 - Content - 2 Columns Large Alt - Dark">
    <p:bg>
      <p:bgPr>
        <a:solidFill>
          <a:schemeClr val="dk2"/>
        </a:solidFill>
        <a:effectLst/>
      </p:bgPr>
    </p:bg>
    <p:spTree>
      <p:nvGrpSpPr>
        <p:cNvPr id="1" name="Shape 775"/>
        <p:cNvGrpSpPr/>
        <p:nvPr/>
      </p:nvGrpSpPr>
      <p:grpSpPr>
        <a:xfrm>
          <a:off x="0" y="0"/>
          <a:ext cx="0" cy="0"/>
          <a:chOff x="0" y="0"/>
          <a:chExt cx="0" cy="0"/>
        </a:xfrm>
      </p:grpSpPr>
      <p:sp>
        <p:nvSpPr>
          <p:cNvPr id="776" name="Google Shape;776;p59"/>
          <p:cNvSpPr txBox="1">
            <a:spLocks noGrp="1"/>
          </p:cNvSpPr>
          <p:nvPr>
            <p:ph type="body" idx="1"/>
          </p:nvPr>
        </p:nvSpPr>
        <p:spPr>
          <a:xfrm>
            <a:off x="2922963"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25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77" name="Google Shape;777;p59"/>
          <p:cNvSpPr txBox="1">
            <a:spLocks noGrp="1"/>
          </p:cNvSpPr>
          <p:nvPr>
            <p:ph type="body" idx="2"/>
          </p:nvPr>
        </p:nvSpPr>
        <p:spPr>
          <a:xfrm>
            <a:off x="2922963"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78" name="Google Shape;778;p59"/>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79" name="Google Shape;779;p59"/>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80" name="Google Shape;780;p59"/>
          <p:cNvSpPr txBox="1">
            <a:spLocks noGrp="1"/>
          </p:cNvSpPr>
          <p:nvPr>
            <p:ph type="body" idx="5"/>
          </p:nvPr>
        </p:nvSpPr>
        <p:spPr>
          <a:xfrm>
            <a:off x="10116245" y="4106117"/>
            <a:ext cx="5306638" cy="179453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25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81" name="Google Shape;781;p59"/>
          <p:cNvSpPr txBox="1">
            <a:spLocks noGrp="1"/>
          </p:cNvSpPr>
          <p:nvPr>
            <p:ph type="body" idx="6"/>
          </p:nvPr>
        </p:nvSpPr>
        <p:spPr>
          <a:xfrm>
            <a:off x="10116245" y="6154016"/>
            <a:ext cx="530663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782" name="Google Shape;782;p59"/>
          <p:cNvGrpSpPr/>
          <p:nvPr/>
        </p:nvGrpSpPr>
        <p:grpSpPr>
          <a:xfrm>
            <a:off x="-18288" y="9611418"/>
            <a:ext cx="18324576" cy="570251"/>
            <a:chOff x="-18288" y="9611418"/>
            <a:chExt cx="18324576" cy="570251"/>
          </a:xfrm>
        </p:grpSpPr>
        <p:sp>
          <p:nvSpPr>
            <p:cNvPr id="783" name="Google Shape;783;p59"/>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784" name="Google Shape;784;p59"/>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785" name="Google Shape;785;p59"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59 - Content - 3 Columns Large - Dark">
  <p:cSld name="59 - Content - 3 Columns Carge - Dark">
    <p:bg>
      <p:bgPr>
        <a:solidFill>
          <a:schemeClr val="dk2"/>
        </a:solidFill>
        <a:effectLst/>
      </p:bgPr>
    </p:bg>
    <p:spTree>
      <p:nvGrpSpPr>
        <p:cNvPr id="1" name="Shape 786"/>
        <p:cNvGrpSpPr/>
        <p:nvPr/>
      </p:nvGrpSpPr>
      <p:grpSpPr>
        <a:xfrm>
          <a:off x="0" y="0"/>
          <a:ext cx="0" cy="0"/>
          <a:chOff x="0" y="0"/>
          <a:chExt cx="0" cy="0"/>
        </a:xfrm>
      </p:grpSpPr>
      <p:sp>
        <p:nvSpPr>
          <p:cNvPr id="787" name="Google Shape;787;p60"/>
          <p:cNvSpPr/>
          <p:nvPr/>
        </p:nvSpPr>
        <p:spPr>
          <a:xfrm>
            <a:off x="953261" y="2897856"/>
            <a:ext cx="4796030" cy="530858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88" name="Google Shape;788;p60"/>
          <p:cNvSpPr/>
          <p:nvPr/>
        </p:nvSpPr>
        <p:spPr>
          <a:xfrm>
            <a:off x="6710969" y="2897856"/>
            <a:ext cx="4796030" cy="530858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89" name="Google Shape;789;p60"/>
          <p:cNvSpPr/>
          <p:nvPr/>
        </p:nvSpPr>
        <p:spPr>
          <a:xfrm>
            <a:off x="12468675" y="2897856"/>
            <a:ext cx="4796030" cy="530858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790" name="Google Shape;790;p60"/>
          <p:cNvSpPr txBox="1">
            <a:spLocks noGrp="1"/>
          </p:cNvSpPr>
          <p:nvPr>
            <p:ph type="body" idx="1"/>
          </p:nvPr>
        </p:nvSpPr>
        <p:spPr>
          <a:xfrm>
            <a:off x="1374830"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91" name="Google Shape;791;p60"/>
          <p:cNvSpPr txBox="1">
            <a:spLocks noGrp="1"/>
          </p:cNvSpPr>
          <p:nvPr>
            <p:ph type="body" idx="2"/>
          </p:nvPr>
        </p:nvSpPr>
        <p:spPr>
          <a:xfrm>
            <a:off x="1374830"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92" name="Google Shape;792;p60"/>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93" name="Google Shape;793;p60"/>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94" name="Google Shape;794;p60"/>
          <p:cNvSpPr txBox="1">
            <a:spLocks noGrp="1"/>
          </p:cNvSpPr>
          <p:nvPr>
            <p:ph type="body" idx="5"/>
          </p:nvPr>
        </p:nvSpPr>
        <p:spPr>
          <a:xfrm>
            <a:off x="7129454"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95" name="Google Shape;795;p60"/>
          <p:cNvSpPr txBox="1">
            <a:spLocks noGrp="1"/>
          </p:cNvSpPr>
          <p:nvPr>
            <p:ph type="body" idx="6"/>
          </p:nvPr>
        </p:nvSpPr>
        <p:spPr>
          <a:xfrm>
            <a:off x="7129454"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96" name="Google Shape;796;p60"/>
          <p:cNvSpPr txBox="1">
            <a:spLocks noGrp="1"/>
          </p:cNvSpPr>
          <p:nvPr>
            <p:ph type="body" idx="7"/>
          </p:nvPr>
        </p:nvSpPr>
        <p:spPr>
          <a:xfrm>
            <a:off x="12884078"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797" name="Google Shape;797;p60"/>
          <p:cNvSpPr txBox="1">
            <a:spLocks noGrp="1"/>
          </p:cNvSpPr>
          <p:nvPr>
            <p:ph type="body" idx="8"/>
          </p:nvPr>
        </p:nvSpPr>
        <p:spPr>
          <a:xfrm>
            <a:off x="12884078"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798" name="Google Shape;798;p60"/>
          <p:cNvGrpSpPr/>
          <p:nvPr/>
        </p:nvGrpSpPr>
        <p:grpSpPr>
          <a:xfrm>
            <a:off x="-18288" y="9611418"/>
            <a:ext cx="18324576" cy="570251"/>
            <a:chOff x="-18288" y="9611418"/>
            <a:chExt cx="18324576" cy="570251"/>
          </a:xfrm>
        </p:grpSpPr>
        <p:sp>
          <p:nvSpPr>
            <p:cNvPr id="799" name="Google Shape;799;p60"/>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800" name="Google Shape;800;p60"/>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801" name="Google Shape;801;p60"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60 - Content - 3 Columns Large Alt - Light">
  <p:cSld name="60 - Content - 3 Columns Carge Alt - Light">
    <p:bg>
      <p:bgPr>
        <a:solidFill>
          <a:schemeClr val="accent5">
            <a:alpha val="10196"/>
          </a:schemeClr>
        </a:solidFill>
        <a:effectLst/>
      </p:bgPr>
    </p:bg>
    <p:spTree>
      <p:nvGrpSpPr>
        <p:cNvPr id="1" name="Shape 802"/>
        <p:cNvGrpSpPr/>
        <p:nvPr/>
      </p:nvGrpSpPr>
      <p:grpSpPr>
        <a:xfrm>
          <a:off x="0" y="0"/>
          <a:ext cx="0" cy="0"/>
          <a:chOff x="0" y="0"/>
          <a:chExt cx="0" cy="0"/>
        </a:xfrm>
      </p:grpSpPr>
      <p:sp>
        <p:nvSpPr>
          <p:cNvPr id="803" name="Google Shape;803;p61"/>
          <p:cNvSpPr txBox="1">
            <a:spLocks noGrp="1"/>
          </p:cNvSpPr>
          <p:nvPr>
            <p:ph type="body" idx="1"/>
          </p:nvPr>
        </p:nvSpPr>
        <p:spPr>
          <a:xfrm>
            <a:off x="1374830"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04" name="Google Shape;804;p61"/>
          <p:cNvSpPr txBox="1">
            <a:spLocks noGrp="1"/>
          </p:cNvSpPr>
          <p:nvPr>
            <p:ph type="body" idx="2"/>
          </p:nvPr>
        </p:nvSpPr>
        <p:spPr>
          <a:xfrm>
            <a:off x="1374830"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05" name="Google Shape;805;p61"/>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06" name="Google Shape;806;p61"/>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07" name="Google Shape;807;p61"/>
          <p:cNvSpPr txBox="1">
            <a:spLocks noGrp="1"/>
          </p:cNvSpPr>
          <p:nvPr>
            <p:ph type="body" idx="5"/>
          </p:nvPr>
        </p:nvSpPr>
        <p:spPr>
          <a:xfrm>
            <a:off x="7129454"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08" name="Google Shape;808;p61"/>
          <p:cNvSpPr txBox="1">
            <a:spLocks noGrp="1"/>
          </p:cNvSpPr>
          <p:nvPr>
            <p:ph type="body" idx="6"/>
          </p:nvPr>
        </p:nvSpPr>
        <p:spPr>
          <a:xfrm>
            <a:off x="7129454"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09" name="Google Shape;809;p61"/>
          <p:cNvSpPr txBox="1">
            <a:spLocks noGrp="1"/>
          </p:cNvSpPr>
          <p:nvPr>
            <p:ph type="body" idx="7"/>
          </p:nvPr>
        </p:nvSpPr>
        <p:spPr>
          <a:xfrm>
            <a:off x="12884078"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10" name="Google Shape;810;p61"/>
          <p:cNvSpPr txBox="1">
            <a:spLocks noGrp="1"/>
          </p:cNvSpPr>
          <p:nvPr>
            <p:ph type="body" idx="8"/>
          </p:nvPr>
        </p:nvSpPr>
        <p:spPr>
          <a:xfrm>
            <a:off x="12884078"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811" name="Google Shape;811;p61"/>
          <p:cNvGrpSpPr/>
          <p:nvPr/>
        </p:nvGrpSpPr>
        <p:grpSpPr>
          <a:xfrm>
            <a:off x="-18288" y="9611418"/>
            <a:ext cx="18324576" cy="570251"/>
            <a:chOff x="-18288" y="9611418"/>
            <a:chExt cx="18324576" cy="570251"/>
          </a:xfrm>
        </p:grpSpPr>
        <p:sp>
          <p:nvSpPr>
            <p:cNvPr id="812" name="Google Shape;812;p61"/>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813" name="Google Shape;813;p61"/>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814" name="Google Shape;814;p61"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62 - Content - 3 Columns Large Alt - Dark">
  <p:cSld name="62 - Content - 3 Columns Carge Alt - Dark">
    <p:bg>
      <p:bgPr>
        <a:solidFill>
          <a:schemeClr val="dk2"/>
        </a:solidFill>
        <a:effectLst/>
      </p:bgPr>
    </p:bg>
    <p:spTree>
      <p:nvGrpSpPr>
        <p:cNvPr id="1" name="Shape 815"/>
        <p:cNvGrpSpPr/>
        <p:nvPr/>
      </p:nvGrpSpPr>
      <p:grpSpPr>
        <a:xfrm>
          <a:off x="0" y="0"/>
          <a:ext cx="0" cy="0"/>
          <a:chOff x="0" y="0"/>
          <a:chExt cx="0" cy="0"/>
        </a:xfrm>
      </p:grpSpPr>
      <p:sp>
        <p:nvSpPr>
          <p:cNvPr id="816" name="Google Shape;816;p62"/>
          <p:cNvSpPr txBox="1">
            <a:spLocks noGrp="1"/>
          </p:cNvSpPr>
          <p:nvPr>
            <p:ph type="body" idx="1"/>
          </p:nvPr>
        </p:nvSpPr>
        <p:spPr>
          <a:xfrm>
            <a:off x="1374830"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17" name="Google Shape;817;p62"/>
          <p:cNvSpPr txBox="1">
            <a:spLocks noGrp="1"/>
          </p:cNvSpPr>
          <p:nvPr>
            <p:ph type="body" idx="2"/>
          </p:nvPr>
        </p:nvSpPr>
        <p:spPr>
          <a:xfrm>
            <a:off x="1374830"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18" name="Google Shape;818;p62"/>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19" name="Google Shape;819;p62"/>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20" name="Google Shape;820;p62"/>
          <p:cNvSpPr txBox="1">
            <a:spLocks noGrp="1"/>
          </p:cNvSpPr>
          <p:nvPr>
            <p:ph type="body" idx="5"/>
          </p:nvPr>
        </p:nvSpPr>
        <p:spPr>
          <a:xfrm>
            <a:off x="7129454"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21" name="Google Shape;821;p62"/>
          <p:cNvSpPr txBox="1">
            <a:spLocks noGrp="1"/>
          </p:cNvSpPr>
          <p:nvPr>
            <p:ph type="body" idx="6"/>
          </p:nvPr>
        </p:nvSpPr>
        <p:spPr>
          <a:xfrm>
            <a:off x="7129454"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22" name="Google Shape;822;p62"/>
          <p:cNvSpPr txBox="1">
            <a:spLocks noGrp="1"/>
          </p:cNvSpPr>
          <p:nvPr>
            <p:ph type="body" idx="7"/>
          </p:nvPr>
        </p:nvSpPr>
        <p:spPr>
          <a:xfrm>
            <a:off x="12884078" y="3434042"/>
            <a:ext cx="3952892" cy="21181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50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23" name="Google Shape;823;p62"/>
          <p:cNvSpPr txBox="1">
            <a:spLocks noGrp="1"/>
          </p:cNvSpPr>
          <p:nvPr>
            <p:ph type="body" idx="8"/>
          </p:nvPr>
        </p:nvSpPr>
        <p:spPr>
          <a:xfrm>
            <a:off x="12884078" y="5762626"/>
            <a:ext cx="3952892"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824" name="Google Shape;824;p62"/>
          <p:cNvGrpSpPr/>
          <p:nvPr/>
        </p:nvGrpSpPr>
        <p:grpSpPr>
          <a:xfrm>
            <a:off x="-18288" y="9611418"/>
            <a:ext cx="18324576" cy="570251"/>
            <a:chOff x="-18288" y="9611418"/>
            <a:chExt cx="18324576" cy="570251"/>
          </a:xfrm>
        </p:grpSpPr>
        <p:sp>
          <p:nvSpPr>
            <p:cNvPr id="825" name="Google Shape;825;p62"/>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826" name="Google Shape;826;p62"/>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827" name="Google Shape;827;p62"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65 - Content - 4 Columns Large - Dark">
  <p:cSld name="65 - Content - 4 Columns Large - Dark">
    <p:bg>
      <p:bgPr>
        <a:solidFill>
          <a:schemeClr val="dk2"/>
        </a:solidFill>
        <a:effectLst/>
      </p:bgPr>
    </p:bg>
    <p:spTree>
      <p:nvGrpSpPr>
        <p:cNvPr id="1" name="Shape 828"/>
        <p:cNvGrpSpPr/>
        <p:nvPr/>
      </p:nvGrpSpPr>
      <p:grpSpPr>
        <a:xfrm>
          <a:off x="0" y="0"/>
          <a:ext cx="0" cy="0"/>
          <a:chOff x="0" y="0"/>
          <a:chExt cx="0" cy="0"/>
        </a:xfrm>
      </p:grpSpPr>
      <p:sp>
        <p:nvSpPr>
          <p:cNvPr id="829" name="Google Shape;829;p63"/>
          <p:cNvSpPr/>
          <p:nvPr/>
        </p:nvSpPr>
        <p:spPr>
          <a:xfrm>
            <a:off x="576073" y="3604994"/>
            <a:ext cx="3971546" cy="4100332"/>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30" name="Google Shape;830;p63"/>
          <p:cNvSpPr/>
          <p:nvPr/>
        </p:nvSpPr>
        <p:spPr>
          <a:xfrm>
            <a:off x="4864399" y="3604994"/>
            <a:ext cx="3971546" cy="4100332"/>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31" name="Google Shape;831;p63"/>
          <p:cNvSpPr/>
          <p:nvPr/>
        </p:nvSpPr>
        <p:spPr>
          <a:xfrm>
            <a:off x="9152723" y="3604994"/>
            <a:ext cx="3971546" cy="4100332"/>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32" name="Google Shape;832;p63"/>
          <p:cNvSpPr/>
          <p:nvPr/>
        </p:nvSpPr>
        <p:spPr>
          <a:xfrm>
            <a:off x="13441047" y="3604994"/>
            <a:ext cx="3971546" cy="4100332"/>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33" name="Google Shape;833;p63"/>
          <p:cNvSpPr txBox="1">
            <a:spLocks noGrp="1"/>
          </p:cNvSpPr>
          <p:nvPr>
            <p:ph type="body" idx="1"/>
          </p:nvPr>
        </p:nvSpPr>
        <p:spPr>
          <a:xfrm>
            <a:off x="868683"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34" name="Google Shape;834;p63"/>
          <p:cNvSpPr txBox="1">
            <a:spLocks noGrp="1"/>
          </p:cNvSpPr>
          <p:nvPr>
            <p:ph type="body" idx="2"/>
          </p:nvPr>
        </p:nvSpPr>
        <p:spPr>
          <a:xfrm>
            <a:off x="868683"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35" name="Google Shape;835;p63"/>
          <p:cNvSpPr txBox="1">
            <a:spLocks noGrp="1"/>
          </p:cNvSpPr>
          <p:nvPr>
            <p:ph type="body" idx="3"/>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36" name="Google Shape;836;p63"/>
          <p:cNvSpPr txBox="1">
            <a:spLocks noGrp="1"/>
          </p:cNvSpPr>
          <p:nvPr>
            <p:ph type="body" idx="4"/>
          </p:nvPr>
        </p:nvSpPr>
        <p:spPr>
          <a:xfrm>
            <a:off x="5131401"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37" name="Google Shape;837;p63"/>
          <p:cNvSpPr txBox="1">
            <a:spLocks noGrp="1"/>
          </p:cNvSpPr>
          <p:nvPr>
            <p:ph type="body" idx="5"/>
          </p:nvPr>
        </p:nvSpPr>
        <p:spPr>
          <a:xfrm>
            <a:off x="5131401"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38" name="Google Shape;838;p63"/>
          <p:cNvSpPr txBox="1">
            <a:spLocks noGrp="1"/>
          </p:cNvSpPr>
          <p:nvPr>
            <p:ph type="body" idx="6"/>
          </p:nvPr>
        </p:nvSpPr>
        <p:spPr>
          <a:xfrm>
            <a:off x="9434459"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39" name="Google Shape;839;p63"/>
          <p:cNvSpPr txBox="1">
            <a:spLocks noGrp="1"/>
          </p:cNvSpPr>
          <p:nvPr>
            <p:ph type="body" idx="7"/>
          </p:nvPr>
        </p:nvSpPr>
        <p:spPr>
          <a:xfrm>
            <a:off x="9434459"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40" name="Google Shape;840;p63"/>
          <p:cNvSpPr txBox="1">
            <a:spLocks noGrp="1"/>
          </p:cNvSpPr>
          <p:nvPr>
            <p:ph type="body" idx="8"/>
          </p:nvPr>
        </p:nvSpPr>
        <p:spPr>
          <a:xfrm>
            <a:off x="13777859"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41" name="Google Shape;841;p63"/>
          <p:cNvSpPr txBox="1">
            <a:spLocks noGrp="1"/>
          </p:cNvSpPr>
          <p:nvPr>
            <p:ph type="body" idx="9"/>
          </p:nvPr>
        </p:nvSpPr>
        <p:spPr>
          <a:xfrm>
            <a:off x="13777859"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42" name="Google Shape;842;p63"/>
          <p:cNvSpPr txBox="1">
            <a:spLocks noGrp="1"/>
          </p:cNvSpPr>
          <p:nvPr>
            <p:ph type="body" idx="13"/>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843" name="Google Shape;843;p63"/>
          <p:cNvGrpSpPr/>
          <p:nvPr/>
        </p:nvGrpSpPr>
        <p:grpSpPr>
          <a:xfrm>
            <a:off x="-18288" y="9611418"/>
            <a:ext cx="18324576" cy="570251"/>
            <a:chOff x="-18288" y="9611418"/>
            <a:chExt cx="18324576" cy="570251"/>
          </a:xfrm>
        </p:grpSpPr>
        <p:sp>
          <p:nvSpPr>
            <p:cNvPr id="844" name="Google Shape;844;p63"/>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845" name="Google Shape;845;p63"/>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846" name="Google Shape;846;p63"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66 - Content - 4 Columns Large Alt - Light">
  <p:cSld name="66 - Content - 4 Columns Large Alt - Light">
    <p:bg>
      <p:bgPr>
        <a:solidFill>
          <a:schemeClr val="accent5">
            <a:alpha val="10196"/>
          </a:schemeClr>
        </a:solidFill>
        <a:effectLst/>
      </p:bgPr>
    </p:bg>
    <p:spTree>
      <p:nvGrpSpPr>
        <p:cNvPr id="1" name="Shape 847"/>
        <p:cNvGrpSpPr/>
        <p:nvPr/>
      </p:nvGrpSpPr>
      <p:grpSpPr>
        <a:xfrm>
          <a:off x="0" y="0"/>
          <a:ext cx="0" cy="0"/>
          <a:chOff x="0" y="0"/>
          <a:chExt cx="0" cy="0"/>
        </a:xfrm>
      </p:grpSpPr>
      <p:sp>
        <p:nvSpPr>
          <p:cNvPr id="848" name="Google Shape;848;p64"/>
          <p:cNvSpPr txBox="1">
            <a:spLocks noGrp="1"/>
          </p:cNvSpPr>
          <p:nvPr>
            <p:ph type="body" idx="1"/>
          </p:nvPr>
        </p:nvSpPr>
        <p:spPr>
          <a:xfrm>
            <a:off x="868683"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49" name="Google Shape;849;p64"/>
          <p:cNvSpPr txBox="1">
            <a:spLocks noGrp="1"/>
          </p:cNvSpPr>
          <p:nvPr>
            <p:ph type="body" idx="2"/>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0" name="Google Shape;850;p64"/>
          <p:cNvSpPr txBox="1">
            <a:spLocks noGrp="1"/>
          </p:cNvSpPr>
          <p:nvPr>
            <p:ph type="body" idx="3"/>
          </p:nvPr>
        </p:nvSpPr>
        <p:spPr>
          <a:xfrm>
            <a:off x="5131401"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1" name="Google Shape;851;p64"/>
          <p:cNvSpPr txBox="1">
            <a:spLocks noGrp="1"/>
          </p:cNvSpPr>
          <p:nvPr>
            <p:ph type="body" idx="4"/>
          </p:nvPr>
        </p:nvSpPr>
        <p:spPr>
          <a:xfrm>
            <a:off x="5131401"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2" name="Google Shape;852;p64"/>
          <p:cNvSpPr txBox="1">
            <a:spLocks noGrp="1"/>
          </p:cNvSpPr>
          <p:nvPr>
            <p:ph type="body" idx="5"/>
          </p:nvPr>
        </p:nvSpPr>
        <p:spPr>
          <a:xfrm>
            <a:off x="9434459"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3" name="Google Shape;853;p64"/>
          <p:cNvSpPr txBox="1">
            <a:spLocks noGrp="1"/>
          </p:cNvSpPr>
          <p:nvPr>
            <p:ph type="body" idx="6"/>
          </p:nvPr>
        </p:nvSpPr>
        <p:spPr>
          <a:xfrm>
            <a:off x="9434459"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4" name="Google Shape;854;p64"/>
          <p:cNvSpPr txBox="1">
            <a:spLocks noGrp="1"/>
          </p:cNvSpPr>
          <p:nvPr>
            <p:ph type="body" idx="7"/>
          </p:nvPr>
        </p:nvSpPr>
        <p:spPr>
          <a:xfrm>
            <a:off x="13777859"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5" name="Google Shape;855;p64"/>
          <p:cNvSpPr txBox="1">
            <a:spLocks noGrp="1"/>
          </p:cNvSpPr>
          <p:nvPr>
            <p:ph type="body" idx="8"/>
          </p:nvPr>
        </p:nvSpPr>
        <p:spPr>
          <a:xfrm>
            <a:off x="13777859" y="5762626"/>
            <a:ext cx="3363918"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6" name="Google Shape;856;p64"/>
          <p:cNvSpPr txBox="1">
            <a:spLocks noGrp="1"/>
          </p:cNvSpPr>
          <p:nvPr>
            <p:ph type="body" idx="9"/>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57" name="Google Shape;857;p64"/>
          <p:cNvSpPr txBox="1">
            <a:spLocks noGrp="1"/>
          </p:cNvSpPr>
          <p:nvPr>
            <p:ph type="body" idx="13"/>
          </p:nvPr>
        </p:nvSpPr>
        <p:spPr>
          <a:xfrm>
            <a:off x="868683" y="3929093"/>
            <a:ext cx="3363918"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858" name="Google Shape;858;p64"/>
          <p:cNvGrpSpPr/>
          <p:nvPr/>
        </p:nvGrpSpPr>
        <p:grpSpPr>
          <a:xfrm>
            <a:off x="-18288" y="9611418"/>
            <a:ext cx="18324576" cy="570251"/>
            <a:chOff x="-18288" y="9611418"/>
            <a:chExt cx="18324576" cy="570251"/>
          </a:xfrm>
        </p:grpSpPr>
        <p:sp>
          <p:nvSpPr>
            <p:cNvPr id="859" name="Google Shape;859;p64"/>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860" name="Google Shape;860;p64"/>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861" name="Google Shape;861;p64"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71 - Content - 4 Columns Double Large - Dark">
  <p:cSld name="71 - Content - 4 Columns Double Large - Dark">
    <p:bg>
      <p:bgPr>
        <a:solidFill>
          <a:schemeClr val="dk2"/>
        </a:solidFill>
        <a:effectLst/>
      </p:bgPr>
    </p:bg>
    <p:spTree>
      <p:nvGrpSpPr>
        <p:cNvPr id="1" name="Shape 862"/>
        <p:cNvGrpSpPr/>
        <p:nvPr/>
      </p:nvGrpSpPr>
      <p:grpSpPr>
        <a:xfrm>
          <a:off x="0" y="0"/>
          <a:ext cx="0" cy="0"/>
          <a:chOff x="0" y="0"/>
          <a:chExt cx="0" cy="0"/>
        </a:xfrm>
      </p:grpSpPr>
      <p:sp>
        <p:nvSpPr>
          <p:cNvPr id="863" name="Google Shape;863;p65"/>
          <p:cNvSpPr/>
          <p:nvPr/>
        </p:nvSpPr>
        <p:spPr>
          <a:xfrm>
            <a:off x="737398" y="2132082"/>
            <a:ext cx="5250172" cy="332992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64" name="Google Shape;864;p65"/>
          <p:cNvSpPr/>
          <p:nvPr/>
        </p:nvSpPr>
        <p:spPr>
          <a:xfrm>
            <a:off x="6404668" y="2132082"/>
            <a:ext cx="5250172" cy="332992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65" name="Google Shape;865;p65"/>
          <p:cNvSpPr/>
          <p:nvPr/>
        </p:nvSpPr>
        <p:spPr>
          <a:xfrm>
            <a:off x="12041794" y="2132082"/>
            <a:ext cx="5250172" cy="332992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66" name="Google Shape;866;p65"/>
          <p:cNvSpPr/>
          <p:nvPr/>
        </p:nvSpPr>
        <p:spPr>
          <a:xfrm>
            <a:off x="737398" y="5829874"/>
            <a:ext cx="5250172" cy="332992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67" name="Google Shape;867;p65"/>
          <p:cNvSpPr/>
          <p:nvPr/>
        </p:nvSpPr>
        <p:spPr>
          <a:xfrm>
            <a:off x="6404668" y="5829874"/>
            <a:ext cx="5250172" cy="332992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68" name="Google Shape;868;p65"/>
          <p:cNvSpPr/>
          <p:nvPr/>
        </p:nvSpPr>
        <p:spPr>
          <a:xfrm>
            <a:off x="12041794" y="5829874"/>
            <a:ext cx="5250172" cy="3329928"/>
          </a:xfrm>
          <a:prstGeom prst="roundRect">
            <a:avLst>
              <a:gd name="adj" fmla="val 4433"/>
            </a:avLst>
          </a:prstGeom>
          <a:solidFill>
            <a:schemeClr val="lt2"/>
          </a:solidFill>
          <a:ln>
            <a:noFill/>
          </a:ln>
          <a:effectLst>
            <a:outerShdw blurRad="1055864" dist="50800" dir="5400000" sx="86697" sy="86697" algn="ctr" rotWithShape="0">
              <a:srgbClr val="000000">
                <a:alpha val="7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chemeClr val="lt1"/>
              </a:solidFill>
              <a:latin typeface="Arial"/>
              <a:ea typeface="Arial"/>
              <a:cs typeface="Arial"/>
              <a:sym typeface="Arial"/>
            </a:endParaRPr>
          </a:p>
        </p:txBody>
      </p:sp>
      <p:sp>
        <p:nvSpPr>
          <p:cNvPr id="869" name="Google Shape;869;p65"/>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0" name="Google Shape;870;p65"/>
          <p:cNvSpPr txBox="1">
            <a:spLocks noGrp="1"/>
          </p:cNvSpPr>
          <p:nvPr>
            <p:ph type="body" idx="2"/>
          </p:nvPr>
        </p:nvSpPr>
        <p:spPr>
          <a:xfrm>
            <a:off x="1170432"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1" name="Google Shape;871;p65"/>
          <p:cNvSpPr txBox="1">
            <a:spLocks noGrp="1"/>
          </p:cNvSpPr>
          <p:nvPr>
            <p:ph type="body" idx="3"/>
          </p:nvPr>
        </p:nvSpPr>
        <p:spPr>
          <a:xfrm>
            <a:off x="1170432"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2" name="Google Shape;872;p65"/>
          <p:cNvSpPr txBox="1">
            <a:spLocks noGrp="1"/>
          </p:cNvSpPr>
          <p:nvPr>
            <p:ph type="body" idx="4"/>
          </p:nvPr>
        </p:nvSpPr>
        <p:spPr>
          <a:xfrm>
            <a:off x="6816398"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3" name="Google Shape;873;p65"/>
          <p:cNvSpPr txBox="1">
            <a:spLocks noGrp="1"/>
          </p:cNvSpPr>
          <p:nvPr>
            <p:ph type="body" idx="5"/>
          </p:nvPr>
        </p:nvSpPr>
        <p:spPr>
          <a:xfrm>
            <a:off x="6816398"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4" name="Google Shape;874;p65"/>
          <p:cNvSpPr txBox="1">
            <a:spLocks noGrp="1"/>
          </p:cNvSpPr>
          <p:nvPr>
            <p:ph type="body" idx="6"/>
          </p:nvPr>
        </p:nvSpPr>
        <p:spPr>
          <a:xfrm>
            <a:off x="12485526"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5" name="Google Shape;875;p65"/>
          <p:cNvSpPr txBox="1">
            <a:spLocks noGrp="1"/>
          </p:cNvSpPr>
          <p:nvPr>
            <p:ph type="body" idx="7"/>
          </p:nvPr>
        </p:nvSpPr>
        <p:spPr>
          <a:xfrm>
            <a:off x="12485526"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6" name="Google Shape;876;p65"/>
          <p:cNvSpPr txBox="1">
            <a:spLocks noGrp="1"/>
          </p:cNvSpPr>
          <p:nvPr>
            <p:ph type="body" idx="8"/>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7" name="Google Shape;877;p65"/>
          <p:cNvSpPr txBox="1">
            <a:spLocks noGrp="1"/>
          </p:cNvSpPr>
          <p:nvPr>
            <p:ph type="body" idx="9"/>
          </p:nvPr>
        </p:nvSpPr>
        <p:spPr>
          <a:xfrm>
            <a:off x="1170432"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8" name="Google Shape;878;p65"/>
          <p:cNvSpPr txBox="1">
            <a:spLocks noGrp="1"/>
          </p:cNvSpPr>
          <p:nvPr>
            <p:ph type="body" idx="13"/>
          </p:nvPr>
        </p:nvSpPr>
        <p:spPr>
          <a:xfrm>
            <a:off x="1170432"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79" name="Google Shape;879;p65"/>
          <p:cNvSpPr txBox="1">
            <a:spLocks noGrp="1"/>
          </p:cNvSpPr>
          <p:nvPr>
            <p:ph type="body" idx="14"/>
          </p:nvPr>
        </p:nvSpPr>
        <p:spPr>
          <a:xfrm>
            <a:off x="6816398"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80" name="Google Shape;880;p65"/>
          <p:cNvSpPr txBox="1">
            <a:spLocks noGrp="1"/>
          </p:cNvSpPr>
          <p:nvPr>
            <p:ph type="body" idx="15"/>
          </p:nvPr>
        </p:nvSpPr>
        <p:spPr>
          <a:xfrm>
            <a:off x="6816398"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81" name="Google Shape;881;p65"/>
          <p:cNvSpPr txBox="1">
            <a:spLocks noGrp="1"/>
          </p:cNvSpPr>
          <p:nvPr>
            <p:ph type="body" idx="16"/>
          </p:nvPr>
        </p:nvSpPr>
        <p:spPr>
          <a:xfrm>
            <a:off x="12485526"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82" name="Google Shape;882;p65"/>
          <p:cNvSpPr txBox="1">
            <a:spLocks noGrp="1"/>
          </p:cNvSpPr>
          <p:nvPr>
            <p:ph type="body" idx="17"/>
          </p:nvPr>
        </p:nvSpPr>
        <p:spPr>
          <a:xfrm>
            <a:off x="12485526"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883" name="Google Shape;883;p65"/>
          <p:cNvGrpSpPr/>
          <p:nvPr/>
        </p:nvGrpSpPr>
        <p:grpSpPr>
          <a:xfrm>
            <a:off x="-18288" y="9611418"/>
            <a:ext cx="18324576" cy="570251"/>
            <a:chOff x="-18288" y="9611418"/>
            <a:chExt cx="18324576" cy="570251"/>
          </a:xfrm>
        </p:grpSpPr>
        <p:sp>
          <p:nvSpPr>
            <p:cNvPr id="884" name="Google Shape;884;p65"/>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885" name="Google Shape;885;p65"/>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886" name="Google Shape;886;p65"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72 - Content - 4 Columns Double Large Alt - Light">
  <p:cSld name="72 - Content - 4 Columns Double Large Alt - Light">
    <p:bg>
      <p:bgPr>
        <a:solidFill>
          <a:schemeClr val="accent5">
            <a:alpha val="10196"/>
          </a:schemeClr>
        </a:solidFill>
        <a:effectLst/>
      </p:bgPr>
    </p:bg>
    <p:spTree>
      <p:nvGrpSpPr>
        <p:cNvPr id="1" name="Shape 887"/>
        <p:cNvGrpSpPr/>
        <p:nvPr/>
      </p:nvGrpSpPr>
      <p:grpSpPr>
        <a:xfrm>
          <a:off x="0" y="0"/>
          <a:ext cx="0" cy="0"/>
          <a:chOff x="0" y="0"/>
          <a:chExt cx="0" cy="0"/>
        </a:xfrm>
      </p:grpSpPr>
      <p:sp>
        <p:nvSpPr>
          <p:cNvPr id="888" name="Google Shape;888;p66"/>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89" name="Google Shape;889;p66"/>
          <p:cNvSpPr txBox="1">
            <a:spLocks noGrp="1"/>
          </p:cNvSpPr>
          <p:nvPr>
            <p:ph type="body" idx="2"/>
          </p:nvPr>
        </p:nvSpPr>
        <p:spPr>
          <a:xfrm>
            <a:off x="1170432"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0" name="Google Shape;890;p66"/>
          <p:cNvSpPr txBox="1">
            <a:spLocks noGrp="1"/>
          </p:cNvSpPr>
          <p:nvPr>
            <p:ph type="body" idx="3"/>
          </p:nvPr>
        </p:nvSpPr>
        <p:spPr>
          <a:xfrm>
            <a:off x="1170432"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1" name="Google Shape;891;p66"/>
          <p:cNvSpPr txBox="1">
            <a:spLocks noGrp="1"/>
          </p:cNvSpPr>
          <p:nvPr>
            <p:ph type="body" idx="4"/>
          </p:nvPr>
        </p:nvSpPr>
        <p:spPr>
          <a:xfrm>
            <a:off x="6816398"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2" name="Google Shape;892;p66"/>
          <p:cNvSpPr txBox="1">
            <a:spLocks noGrp="1"/>
          </p:cNvSpPr>
          <p:nvPr>
            <p:ph type="body" idx="5"/>
          </p:nvPr>
        </p:nvSpPr>
        <p:spPr>
          <a:xfrm>
            <a:off x="6816398"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3" name="Google Shape;893;p66"/>
          <p:cNvSpPr txBox="1">
            <a:spLocks noGrp="1"/>
          </p:cNvSpPr>
          <p:nvPr>
            <p:ph type="body" idx="6"/>
          </p:nvPr>
        </p:nvSpPr>
        <p:spPr>
          <a:xfrm>
            <a:off x="12485526"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4" name="Google Shape;894;p66"/>
          <p:cNvSpPr txBox="1">
            <a:spLocks noGrp="1"/>
          </p:cNvSpPr>
          <p:nvPr>
            <p:ph type="body" idx="7"/>
          </p:nvPr>
        </p:nvSpPr>
        <p:spPr>
          <a:xfrm>
            <a:off x="12485526"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5" name="Google Shape;895;p66"/>
          <p:cNvSpPr txBox="1">
            <a:spLocks noGrp="1"/>
          </p:cNvSpPr>
          <p:nvPr>
            <p:ph type="body" idx="8"/>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6" name="Google Shape;896;p66"/>
          <p:cNvSpPr txBox="1">
            <a:spLocks noGrp="1"/>
          </p:cNvSpPr>
          <p:nvPr>
            <p:ph type="body" idx="9"/>
          </p:nvPr>
        </p:nvSpPr>
        <p:spPr>
          <a:xfrm>
            <a:off x="1170432"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7" name="Google Shape;897;p66"/>
          <p:cNvSpPr txBox="1">
            <a:spLocks noGrp="1"/>
          </p:cNvSpPr>
          <p:nvPr>
            <p:ph type="body" idx="13"/>
          </p:nvPr>
        </p:nvSpPr>
        <p:spPr>
          <a:xfrm>
            <a:off x="1170432"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8" name="Google Shape;898;p66"/>
          <p:cNvSpPr txBox="1">
            <a:spLocks noGrp="1"/>
          </p:cNvSpPr>
          <p:nvPr>
            <p:ph type="body" idx="14"/>
          </p:nvPr>
        </p:nvSpPr>
        <p:spPr>
          <a:xfrm>
            <a:off x="6816398"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899" name="Google Shape;899;p66"/>
          <p:cNvSpPr txBox="1">
            <a:spLocks noGrp="1"/>
          </p:cNvSpPr>
          <p:nvPr>
            <p:ph type="body" idx="15"/>
          </p:nvPr>
        </p:nvSpPr>
        <p:spPr>
          <a:xfrm>
            <a:off x="6816398"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00" name="Google Shape;900;p66"/>
          <p:cNvSpPr txBox="1">
            <a:spLocks noGrp="1"/>
          </p:cNvSpPr>
          <p:nvPr>
            <p:ph type="body" idx="16"/>
          </p:nvPr>
        </p:nvSpPr>
        <p:spPr>
          <a:xfrm>
            <a:off x="12485526"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01" name="Google Shape;901;p66"/>
          <p:cNvSpPr txBox="1">
            <a:spLocks noGrp="1"/>
          </p:cNvSpPr>
          <p:nvPr>
            <p:ph type="body" idx="17"/>
          </p:nvPr>
        </p:nvSpPr>
        <p:spPr>
          <a:xfrm>
            <a:off x="12485526"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902" name="Google Shape;902;p66"/>
          <p:cNvGrpSpPr/>
          <p:nvPr/>
        </p:nvGrpSpPr>
        <p:grpSpPr>
          <a:xfrm>
            <a:off x="-18288" y="9611418"/>
            <a:ext cx="18324576" cy="570251"/>
            <a:chOff x="-18288" y="9611418"/>
            <a:chExt cx="18324576" cy="570251"/>
          </a:xfrm>
        </p:grpSpPr>
        <p:sp>
          <p:nvSpPr>
            <p:cNvPr id="903" name="Google Shape;903;p66"/>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757AAD"/>
                  </a:solidFill>
                  <a:latin typeface="Arial"/>
                  <a:ea typeface="Arial"/>
                  <a:cs typeface="Arial"/>
                  <a:sym typeface="Arial"/>
                </a:rPr>
                <a:t>SentinelOne, Inc. Confidential and Proprietary Information</a:t>
              </a:r>
              <a:endParaRPr sz="1100" b="0" i="0" u="none" strike="noStrike" cap="none">
                <a:solidFill>
                  <a:srgbClr val="757AAD"/>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chemeClr val="dk2"/>
                </a:solidFill>
                <a:latin typeface="Arial"/>
                <a:ea typeface="Arial"/>
                <a:cs typeface="Arial"/>
                <a:sym typeface="Arial"/>
              </a:endParaRPr>
            </a:p>
          </p:txBody>
        </p:sp>
        <p:pic>
          <p:nvPicPr>
            <p:cNvPr id="904" name="Google Shape;904;p66"/>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05" name="Google Shape;905;p66"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74 - Content - 4 Columns Double Large Alt - Dark">
  <p:cSld name="74 - Content - 4 Columns Double Large Alt - Dark">
    <p:bg>
      <p:bgPr>
        <a:solidFill>
          <a:schemeClr val="dk2"/>
        </a:solidFill>
        <a:effectLst/>
      </p:bgPr>
    </p:bg>
    <p:spTree>
      <p:nvGrpSpPr>
        <p:cNvPr id="1" name="Shape 906"/>
        <p:cNvGrpSpPr/>
        <p:nvPr/>
      </p:nvGrpSpPr>
      <p:grpSpPr>
        <a:xfrm>
          <a:off x="0" y="0"/>
          <a:ext cx="0" cy="0"/>
          <a:chOff x="0" y="0"/>
          <a:chExt cx="0" cy="0"/>
        </a:xfrm>
      </p:grpSpPr>
      <p:sp>
        <p:nvSpPr>
          <p:cNvPr id="907" name="Google Shape;907;p67"/>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08" name="Google Shape;908;p67"/>
          <p:cNvSpPr txBox="1">
            <a:spLocks noGrp="1"/>
          </p:cNvSpPr>
          <p:nvPr>
            <p:ph type="body" idx="2"/>
          </p:nvPr>
        </p:nvSpPr>
        <p:spPr>
          <a:xfrm>
            <a:off x="1170432"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09" name="Google Shape;909;p67"/>
          <p:cNvSpPr txBox="1">
            <a:spLocks noGrp="1"/>
          </p:cNvSpPr>
          <p:nvPr>
            <p:ph type="body" idx="3"/>
          </p:nvPr>
        </p:nvSpPr>
        <p:spPr>
          <a:xfrm>
            <a:off x="1170432"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0" name="Google Shape;910;p67"/>
          <p:cNvSpPr txBox="1">
            <a:spLocks noGrp="1"/>
          </p:cNvSpPr>
          <p:nvPr>
            <p:ph type="body" idx="4"/>
          </p:nvPr>
        </p:nvSpPr>
        <p:spPr>
          <a:xfrm>
            <a:off x="6816398"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1" name="Google Shape;911;p67"/>
          <p:cNvSpPr txBox="1">
            <a:spLocks noGrp="1"/>
          </p:cNvSpPr>
          <p:nvPr>
            <p:ph type="body" idx="5"/>
          </p:nvPr>
        </p:nvSpPr>
        <p:spPr>
          <a:xfrm>
            <a:off x="6816398"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2" name="Google Shape;912;p67"/>
          <p:cNvSpPr txBox="1">
            <a:spLocks noGrp="1"/>
          </p:cNvSpPr>
          <p:nvPr>
            <p:ph type="body" idx="6"/>
          </p:nvPr>
        </p:nvSpPr>
        <p:spPr>
          <a:xfrm>
            <a:off x="12485526" y="2378477"/>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3" name="Google Shape;913;p67"/>
          <p:cNvSpPr txBox="1">
            <a:spLocks noGrp="1"/>
          </p:cNvSpPr>
          <p:nvPr>
            <p:ph type="body" idx="7"/>
          </p:nvPr>
        </p:nvSpPr>
        <p:spPr>
          <a:xfrm>
            <a:off x="12485526" y="4205740"/>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4" name="Google Shape;914;p67"/>
          <p:cNvSpPr txBox="1">
            <a:spLocks noGrp="1"/>
          </p:cNvSpPr>
          <p:nvPr>
            <p:ph type="body" idx="8"/>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5" name="Google Shape;915;p67"/>
          <p:cNvSpPr txBox="1">
            <a:spLocks noGrp="1"/>
          </p:cNvSpPr>
          <p:nvPr>
            <p:ph type="body" idx="9"/>
          </p:nvPr>
        </p:nvSpPr>
        <p:spPr>
          <a:xfrm>
            <a:off x="1170432"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6" name="Google Shape;916;p67"/>
          <p:cNvSpPr txBox="1">
            <a:spLocks noGrp="1"/>
          </p:cNvSpPr>
          <p:nvPr>
            <p:ph type="body" idx="13"/>
          </p:nvPr>
        </p:nvSpPr>
        <p:spPr>
          <a:xfrm>
            <a:off x="1170432"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7" name="Google Shape;917;p67"/>
          <p:cNvSpPr txBox="1">
            <a:spLocks noGrp="1"/>
          </p:cNvSpPr>
          <p:nvPr>
            <p:ph type="body" idx="14"/>
          </p:nvPr>
        </p:nvSpPr>
        <p:spPr>
          <a:xfrm>
            <a:off x="6816398"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8" name="Google Shape;918;p67"/>
          <p:cNvSpPr txBox="1">
            <a:spLocks noGrp="1"/>
          </p:cNvSpPr>
          <p:nvPr>
            <p:ph type="body" idx="15"/>
          </p:nvPr>
        </p:nvSpPr>
        <p:spPr>
          <a:xfrm>
            <a:off x="6816398"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19" name="Google Shape;919;p67"/>
          <p:cNvSpPr txBox="1">
            <a:spLocks noGrp="1"/>
          </p:cNvSpPr>
          <p:nvPr>
            <p:ph type="body" idx="16"/>
          </p:nvPr>
        </p:nvSpPr>
        <p:spPr>
          <a:xfrm>
            <a:off x="12485526" y="6072653"/>
            <a:ext cx="4425696" cy="181830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1200" b="0"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20" name="Google Shape;920;p67"/>
          <p:cNvSpPr txBox="1">
            <a:spLocks noGrp="1"/>
          </p:cNvSpPr>
          <p:nvPr>
            <p:ph type="body" idx="17"/>
          </p:nvPr>
        </p:nvSpPr>
        <p:spPr>
          <a:xfrm>
            <a:off x="12485526" y="7899916"/>
            <a:ext cx="4425696" cy="8001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0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921" name="Google Shape;921;p67"/>
          <p:cNvGrpSpPr/>
          <p:nvPr/>
        </p:nvGrpSpPr>
        <p:grpSpPr>
          <a:xfrm>
            <a:off x="-18288" y="9611418"/>
            <a:ext cx="18324576" cy="570251"/>
            <a:chOff x="-18288" y="9611418"/>
            <a:chExt cx="18324576" cy="570251"/>
          </a:xfrm>
        </p:grpSpPr>
        <p:sp>
          <p:nvSpPr>
            <p:cNvPr id="922" name="Google Shape;922;p67"/>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923" name="Google Shape;923;p67"/>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24" name="Google Shape;924;p67"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80 - Content - Large Header 2 - Dark">
  <p:cSld name="80 - Content - Large Header 2 - Dark">
    <p:bg>
      <p:bgPr>
        <a:solidFill>
          <a:schemeClr val="dk2"/>
        </a:solidFill>
        <a:effectLst/>
      </p:bgPr>
    </p:bg>
    <p:spTree>
      <p:nvGrpSpPr>
        <p:cNvPr id="1" name="Shape 925"/>
        <p:cNvGrpSpPr/>
        <p:nvPr/>
      </p:nvGrpSpPr>
      <p:grpSpPr>
        <a:xfrm>
          <a:off x="0" y="0"/>
          <a:ext cx="0" cy="0"/>
          <a:chOff x="0" y="0"/>
          <a:chExt cx="0" cy="0"/>
        </a:xfrm>
      </p:grpSpPr>
      <p:sp>
        <p:nvSpPr>
          <p:cNvPr id="926" name="Google Shape;926;p68"/>
          <p:cNvSpPr txBox="1">
            <a:spLocks noGrp="1"/>
          </p:cNvSpPr>
          <p:nvPr>
            <p:ph type="body" idx="1"/>
          </p:nvPr>
        </p:nvSpPr>
        <p:spPr>
          <a:xfrm>
            <a:off x="576072" y="2647955"/>
            <a:ext cx="11324576" cy="11239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75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27" name="Google Shape;927;p68"/>
          <p:cNvSpPr txBox="1">
            <a:spLocks noGrp="1"/>
          </p:cNvSpPr>
          <p:nvPr>
            <p:ph type="body" idx="2"/>
          </p:nvPr>
        </p:nvSpPr>
        <p:spPr>
          <a:xfrm>
            <a:off x="576072" y="3771906"/>
            <a:ext cx="11324576" cy="112395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28" name="Google Shape;928;p68"/>
          <p:cNvSpPr txBox="1">
            <a:spLocks noGrp="1"/>
          </p:cNvSpPr>
          <p:nvPr>
            <p:ph type="body" idx="3"/>
          </p:nvPr>
        </p:nvSpPr>
        <p:spPr>
          <a:xfrm>
            <a:off x="6305594"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29" name="Google Shape;929;p68"/>
          <p:cNvSpPr txBox="1">
            <a:spLocks noGrp="1"/>
          </p:cNvSpPr>
          <p:nvPr>
            <p:ph type="body" idx="4"/>
          </p:nvPr>
        </p:nvSpPr>
        <p:spPr>
          <a:xfrm>
            <a:off x="12034040"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30" name="Google Shape;930;p68"/>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931" name="Google Shape;931;p68"/>
          <p:cNvGrpSpPr/>
          <p:nvPr/>
        </p:nvGrpSpPr>
        <p:grpSpPr>
          <a:xfrm>
            <a:off x="-18288" y="9611418"/>
            <a:ext cx="18324576" cy="570251"/>
            <a:chOff x="-18288" y="9611418"/>
            <a:chExt cx="18324576" cy="570251"/>
          </a:xfrm>
        </p:grpSpPr>
        <p:sp>
          <p:nvSpPr>
            <p:cNvPr id="932" name="Google Shape;932;p6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933" name="Google Shape;933;p6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34" name="Google Shape;934;p6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83 - Content - Large Header 3 Column - Dark">
  <p:cSld name="83 - Content - Large Header 3 Column - Dark">
    <p:bg>
      <p:bgPr>
        <a:solidFill>
          <a:schemeClr val="dk2"/>
        </a:solidFill>
        <a:effectLst/>
      </p:bgPr>
    </p:bg>
    <p:spTree>
      <p:nvGrpSpPr>
        <p:cNvPr id="1" name="Shape 935"/>
        <p:cNvGrpSpPr/>
        <p:nvPr/>
      </p:nvGrpSpPr>
      <p:grpSpPr>
        <a:xfrm>
          <a:off x="0" y="0"/>
          <a:ext cx="0" cy="0"/>
          <a:chOff x="0" y="0"/>
          <a:chExt cx="0" cy="0"/>
        </a:xfrm>
      </p:grpSpPr>
      <p:sp>
        <p:nvSpPr>
          <p:cNvPr id="936" name="Google Shape;936;p69"/>
          <p:cNvSpPr txBox="1">
            <a:spLocks noGrp="1"/>
          </p:cNvSpPr>
          <p:nvPr>
            <p:ph type="body" idx="1"/>
          </p:nvPr>
        </p:nvSpPr>
        <p:spPr>
          <a:xfrm>
            <a:off x="576072" y="2647955"/>
            <a:ext cx="11324576" cy="11239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75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37" name="Google Shape;937;p69"/>
          <p:cNvSpPr txBox="1">
            <a:spLocks noGrp="1"/>
          </p:cNvSpPr>
          <p:nvPr>
            <p:ph type="body" idx="2"/>
          </p:nvPr>
        </p:nvSpPr>
        <p:spPr>
          <a:xfrm>
            <a:off x="576072" y="3771906"/>
            <a:ext cx="11324576" cy="112395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38" name="Google Shape;938;p69"/>
          <p:cNvSpPr txBox="1">
            <a:spLocks noGrp="1"/>
          </p:cNvSpPr>
          <p:nvPr>
            <p:ph type="body" idx="3"/>
          </p:nvPr>
        </p:nvSpPr>
        <p:spPr>
          <a:xfrm>
            <a:off x="6305594"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39" name="Google Shape;939;p69"/>
          <p:cNvSpPr txBox="1">
            <a:spLocks noGrp="1"/>
          </p:cNvSpPr>
          <p:nvPr>
            <p:ph type="body" idx="4"/>
          </p:nvPr>
        </p:nvSpPr>
        <p:spPr>
          <a:xfrm>
            <a:off x="12034040"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40" name="Google Shape;940;p69"/>
          <p:cNvSpPr txBox="1">
            <a:spLocks noGrp="1"/>
          </p:cNvSpPr>
          <p:nvPr>
            <p:ph type="body" idx="5"/>
          </p:nvPr>
        </p:nvSpPr>
        <p:spPr>
          <a:xfrm>
            <a:off x="577146" y="6306350"/>
            <a:ext cx="524065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41" name="Google Shape;941;p69"/>
          <p:cNvSpPr txBox="1">
            <a:spLocks noGrp="1"/>
          </p:cNvSpPr>
          <p:nvPr>
            <p:ph type="body" idx="6"/>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942" name="Google Shape;942;p69"/>
          <p:cNvGrpSpPr/>
          <p:nvPr/>
        </p:nvGrpSpPr>
        <p:grpSpPr>
          <a:xfrm>
            <a:off x="-18288" y="9611418"/>
            <a:ext cx="18324576" cy="570251"/>
            <a:chOff x="-18288" y="9611418"/>
            <a:chExt cx="18324576" cy="570251"/>
          </a:xfrm>
        </p:grpSpPr>
        <p:sp>
          <p:nvSpPr>
            <p:cNvPr id="943" name="Google Shape;943;p69"/>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944" name="Google Shape;944;p69"/>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45" name="Google Shape;945;p69"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86 - Content - Image with Text - Dark">
  <p:cSld name="86 - Content - Image with Text - Dark">
    <p:bg>
      <p:bgPr>
        <a:solidFill>
          <a:schemeClr val="dk2"/>
        </a:solidFill>
        <a:effectLst/>
      </p:bgPr>
    </p:bg>
    <p:spTree>
      <p:nvGrpSpPr>
        <p:cNvPr id="1" name="Shape 946"/>
        <p:cNvGrpSpPr/>
        <p:nvPr/>
      </p:nvGrpSpPr>
      <p:grpSpPr>
        <a:xfrm>
          <a:off x="0" y="0"/>
          <a:ext cx="0" cy="0"/>
          <a:chOff x="0" y="0"/>
          <a:chExt cx="0" cy="0"/>
        </a:xfrm>
      </p:grpSpPr>
      <p:sp>
        <p:nvSpPr>
          <p:cNvPr id="947" name="Google Shape;947;p70"/>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48" name="Google Shape;948;p70"/>
          <p:cNvSpPr txBox="1">
            <a:spLocks noGrp="1"/>
          </p:cNvSpPr>
          <p:nvPr>
            <p:ph type="body" idx="2"/>
          </p:nvPr>
        </p:nvSpPr>
        <p:spPr>
          <a:xfrm>
            <a:off x="7743355" y="2502834"/>
            <a:ext cx="9729890" cy="370152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lt1"/>
              </a:buClr>
              <a:buSzPts val="2240"/>
              <a:buFont typeface="Arial"/>
              <a:buNone/>
              <a:defRPr sz="75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3pPr>
            <a:lvl4pPr marL="1828800" marR="0" lvl="3" indent="-342900" algn="l" rtl="0">
              <a:lnSpc>
                <a:spcPct val="100000"/>
              </a:lnSpc>
              <a:spcBef>
                <a:spcPts val="600"/>
              </a:spcBef>
              <a:spcAft>
                <a:spcPts val="0"/>
              </a:spcAft>
              <a:buClr>
                <a:schemeClr val="lt1"/>
              </a:buClr>
              <a:buSzPts val="1800"/>
              <a:buFont typeface="Arial"/>
              <a:buChar char="&gt;"/>
              <a:defRPr sz="1400" b="0" i="0" u="none" strike="noStrike" cap="none">
                <a:solidFill>
                  <a:schemeClr val="lt1"/>
                </a:solidFill>
                <a:latin typeface="Arial"/>
                <a:ea typeface="Arial"/>
                <a:cs typeface="Arial"/>
                <a:sym typeface="Arial"/>
              </a:defRPr>
            </a:lvl4pPr>
            <a:lvl5pPr marL="2286000" marR="0" lvl="4" indent="-342900" algn="l" rtl="0">
              <a:lnSpc>
                <a:spcPct val="100000"/>
              </a:lnSpc>
              <a:spcBef>
                <a:spcPts val="600"/>
              </a:spcBef>
              <a:spcAft>
                <a:spcPts val="0"/>
              </a:spcAft>
              <a:buClr>
                <a:schemeClr val="lt1"/>
              </a:buClr>
              <a:buSzPts val="1800"/>
              <a:buFont typeface="Arial"/>
              <a:buChar char="o"/>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6pPr>
            <a:lvl7pPr marL="3200400" marR="0" lvl="6"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7pPr>
            <a:lvl8pPr marL="3657600" marR="0" lvl="7"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8pPr>
            <a:lvl9pPr marL="4114800" marR="0" lvl="8"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949" name="Google Shape;949;p70"/>
          <p:cNvSpPr txBox="1">
            <a:spLocks noGrp="1"/>
          </p:cNvSpPr>
          <p:nvPr>
            <p:ph type="body" idx="3"/>
          </p:nvPr>
        </p:nvSpPr>
        <p:spPr>
          <a:xfrm>
            <a:off x="7735670" y="6882148"/>
            <a:ext cx="8387356" cy="9020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50" name="Google Shape;950;p70"/>
          <p:cNvSpPr>
            <a:spLocks noGrp="1"/>
          </p:cNvSpPr>
          <p:nvPr>
            <p:ph type="pic" idx="4"/>
          </p:nvPr>
        </p:nvSpPr>
        <p:spPr>
          <a:xfrm rot="5400000">
            <a:off x="-925190" y="2065833"/>
            <a:ext cx="8054624" cy="6204250"/>
          </a:xfrm>
          <a:prstGeom prst="round2SameRect">
            <a:avLst>
              <a:gd name="adj1" fmla="val 3228"/>
              <a:gd name="adj2" fmla="val 0"/>
            </a:avLst>
          </a:prstGeom>
          <a:solidFill>
            <a:schemeClr val="accent5"/>
          </a:solidFill>
          <a:ln>
            <a:noFill/>
          </a:ln>
        </p:spPr>
      </p:sp>
      <p:grpSp>
        <p:nvGrpSpPr>
          <p:cNvPr id="951" name="Google Shape;951;p70"/>
          <p:cNvGrpSpPr/>
          <p:nvPr/>
        </p:nvGrpSpPr>
        <p:grpSpPr>
          <a:xfrm>
            <a:off x="-18288" y="9611418"/>
            <a:ext cx="18324576" cy="570251"/>
            <a:chOff x="-18288" y="9611418"/>
            <a:chExt cx="18324576" cy="570251"/>
          </a:xfrm>
        </p:grpSpPr>
        <p:sp>
          <p:nvSpPr>
            <p:cNvPr id="952" name="Google Shape;952;p70"/>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953" name="Google Shape;953;p70"/>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54" name="Google Shape;954;p70"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89 - Content - Image with Text Alt - Dark">
  <p:cSld name="89 - Content - Image with Text Alt - Dark">
    <p:bg>
      <p:bgPr>
        <a:solidFill>
          <a:schemeClr val="dk2"/>
        </a:solidFill>
        <a:effectLst/>
      </p:bgPr>
    </p:bg>
    <p:spTree>
      <p:nvGrpSpPr>
        <p:cNvPr id="1" name="Shape 955"/>
        <p:cNvGrpSpPr/>
        <p:nvPr/>
      </p:nvGrpSpPr>
      <p:grpSpPr>
        <a:xfrm>
          <a:off x="0" y="0"/>
          <a:ext cx="0" cy="0"/>
          <a:chOff x="0" y="0"/>
          <a:chExt cx="0" cy="0"/>
        </a:xfrm>
      </p:grpSpPr>
      <p:sp>
        <p:nvSpPr>
          <p:cNvPr id="956" name="Google Shape;956;p71"/>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57" name="Google Shape;957;p71"/>
          <p:cNvSpPr>
            <a:spLocks noGrp="1"/>
          </p:cNvSpPr>
          <p:nvPr>
            <p:ph type="pic" idx="2"/>
          </p:nvPr>
        </p:nvSpPr>
        <p:spPr>
          <a:xfrm rot="5400000">
            <a:off x="-925190" y="2065833"/>
            <a:ext cx="8054624" cy="6204250"/>
          </a:xfrm>
          <a:prstGeom prst="round2SameRect">
            <a:avLst>
              <a:gd name="adj1" fmla="val 3228"/>
              <a:gd name="adj2" fmla="val 0"/>
            </a:avLst>
          </a:prstGeom>
          <a:solidFill>
            <a:schemeClr val="accent5"/>
          </a:solidFill>
          <a:ln>
            <a:noFill/>
          </a:ln>
        </p:spPr>
      </p:sp>
      <p:sp>
        <p:nvSpPr>
          <p:cNvPr id="958" name="Google Shape;958;p71"/>
          <p:cNvSpPr txBox="1">
            <a:spLocks noGrp="1"/>
          </p:cNvSpPr>
          <p:nvPr>
            <p:ph type="body" idx="3"/>
          </p:nvPr>
        </p:nvSpPr>
        <p:spPr>
          <a:xfrm>
            <a:off x="7735673" y="2513485"/>
            <a:ext cx="8858002" cy="11239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75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59" name="Google Shape;959;p71"/>
          <p:cNvSpPr txBox="1">
            <a:spLocks noGrp="1"/>
          </p:cNvSpPr>
          <p:nvPr>
            <p:ph type="body" idx="4"/>
          </p:nvPr>
        </p:nvSpPr>
        <p:spPr>
          <a:xfrm>
            <a:off x="7735669" y="3637436"/>
            <a:ext cx="8858002" cy="112395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60" name="Google Shape;960;p71"/>
          <p:cNvSpPr txBox="1">
            <a:spLocks noGrp="1"/>
          </p:cNvSpPr>
          <p:nvPr>
            <p:ph type="body" idx="5"/>
          </p:nvPr>
        </p:nvSpPr>
        <p:spPr>
          <a:xfrm>
            <a:off x="7735673" y="6171880"/>
            <a:ext cx="417350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61" name="Google Shape;961;p71"/>
          <p:cNvSpPr txBox="1">
            <a:spLocks noGrp="1"/>
          </p:cNvSpPr>
          <p:nvPr>
            <p:ph type="body" idx="6"/>
          </p:nvPr>
        </p:nvSpPr>
        <p:spPr>
          <a:xfrm>
            <a:off x="12420169" y="6171880"/>
            <a:ext cx="4173506" cy="165430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962" name="Google Shape;962;p71"/>
          <p:cNvGrpSpPr/>
          <p:nvPr/>
        </p:nvGrpSpPr>
        <p:grpSpPr>
          <a:xfrm>
            <a:off x="-18288" y="9611418"/>
            <a:ext cx="18324576" cy="570251"/>
            <a:chOff x="-18288" y="9611418"/>
            <a:chExt cx="18324576" cy="570251"/>
          </a:xfrm>
        </p:grpSpPr>
        <p:sp>
          <p:nvSpPr>
            <p:cNvPr id="963" name="Google Shape;963;p71"/>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964" name="Google Shape;964;p71"/>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65" name="Google Shape;965;p71"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92 - Content - 2 Image Columns - Dark">
  <p:cSld name="92 - Content - 2 Image Columns - Dark">
    <p:bg>
      <p:bgPr>
        <a:solidFill>
          <a:schemeClr val="dk2"/>
        </a:solidFill>
        <a:effectLst/>
      </p:bgPr>
    </p:bg>
    <p:spTree>
      <p:nvGrpSpPr>
        <p:cNvPr id="1" name="Shape 966"/>
        <p:cNvGrpSpPr/>
        <p:nvPr/>
      </p:nvGrpSpPr>
      <p:grpSpPr>
        <a:xfrm>
          <a:off x="0" y="0"/>
          <a:ext cx="0" cy="0"/>
          <a:chOff x="0" y="0"/>
          <a:chExt cx="0" cy="0"/>
        </a:xfrm>
      </p:grpSpPr>
      <p:sp>
        <p:nvSpPr>
          <p:cNvPr id="967" name="Google Shape;967;p72"/>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68" name="Google Shape;968;p72"/>
          <p:cNvSpPr txBox="1">
            <a:spLocks noGrp="1"/>
          </p:cNvSpPr>
          <p:nvPr>
            <p:ph type="body" idx="2"/>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69" name="Google Shape;969;p72"/>
          <p:cNvSpPr>
            <a:spLocks noGrp="1"/>
          </p:cNvSpPr>
          <p:nvPr>
            <p:ph type="pic" idx="3"/>
          </p:nvPr>
        </p:nvSpPr>
        <p:spPr>
          <a:xfrm>
            <a:off x="589361" y="3318637"/>
            <a:ext cx="7974178" cy="2838450"/>
          </a:xfrm>
          <a:prstGeom prst="roundRect">
            <a:avLst>
              <a:gd name="adj" fmla="val 5009"/>
            </a:avLst>
          </a:prstGeom>
          <a:solidFill>
            <a:schemeClr val="accent5"/>
          </a:solidFill>
          <a:ln>
            <a:noFill/>
          </a:ln>
        </p:spPr>
      </p:sp>
      <p:sp>
        <p:nvSpPr>
          <p:cNvPr id="970" name="Google Shape;970;p72"/>
          <p:cNvSpPr txBox="1">
            <a:spLocks noGrp="1"/>
          </p:cNvSpPr>
          <p:nvPr>
            <p:ph type="body" idx="4"/>
          </p:nvPr>
        </p:nvSpPr>
        <p:spPr>
          <a:xfrm>
            <a:off x="576072" y="6904796"/>
            <a:ext cx="7987464"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71" name="Google Shape;971;p72"/>
          <p:cNvSpPr txBox="1">
            <a:spLocks noGrp="1"/>
          </p:cNvSpPr>
          <p:nvPr>
            <p:ph type="body" idx="5"/>
          </p:nvPr>
        </p:nvSpPr>
        <p:spPr>
          <a:xfrm>
            <a:off x="576070" y="6343141"/>
            <a:ext cx="7987464"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72" name="Google Shape;972;p72"/>
          <p:cNvSpPr>
            <a:spLocks noGrp="1"/>
          </p:cNvSpPr>
          <p:nvPr>
            <p:ph type="pic" idx="6"/>
          </p:nvPr>
        </p:nvSpPr>
        <p:spPr>
          <a:xfrm>
            <a:off x="9276161" y="3318637"/>
            <a:ext cx="7974178" cy="2838450"/>
          </a:xfrm>
          <a:prstGeom prst="roundRect">
            <a:avLst>
              <a:gd name="adj" fmla="val 5009"/>
            </a:avLst>
          </a:prstGeom>
          <a:solidFill>
            <a:schemeClr val="accent5"/>
          </a:solidFill>
          <a:ln>
            <a:noFill/>
          </a:ln>
        </p:spPr>
      </p:sp>
      <p:sp>
        <p:nvSpPr>
          <p:cNvPr id="973" name="Google Shape;973;p72"/>
          <p:cNvSpPr txBox="1">
            <a:spLocks noGrp="1"/>
          </p:cNvSpPr>
          <p:nvPr>
            <p:ph type="body" idx="7"/>
          </p:nvPr>
        </p:nvSpPr>
        <p:spPr>
          <a:xfrm>
            <a:off x="9262872" y="6904796"/>
            <a:ext cx="7987464"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74" name="Google Shape;974;p72"/>
          <p:cNvSpPr txBox="1">
            <a:spLocks noGrp="1"/>
          </p:cNvSpPr>
          <p:nvPr>
            <p:ph type="body" idx="8"/>
          </p:nvPr>
        </p:nvSpPr>
        <p:spPr>
          <a:xfrm>
            <a:off x="9262870" y="6343141"/>
            <a:ext cx="7987464"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975" name="Google Shape;975;p72"/>
          <p:cNvGrpSpPr/>
          <p:nvPr/>
        </p:nvGrpSpPr>
        <p:grpSpPr>
          <a:xfrm>
            <a:off x="-18288" y="9611418"/>
            <a:ext cx="18324576" cy="570251"/>
            <a:chOff x="-18288" y="9611418"/>
            <a:chExt cx="18324576" cy="570251"/>
          </a:xfrm>
        </p:grpSpPr>
        <p:sp>
          <p:nvSpPr>
            <p:cNvPr id="976" name="Google Shape;976;p72"/>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977" name="Google Shape;977;p72"/>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78" name="Google Shape;978;p72"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95 - Content - 3 Image Columns - Dark">
  <p:cSld name="95 - Content - 3 Image Columns - Dark">
    <p:bg>
      <p:bgPr>
        <a:solidFill>
          <a:schemeClr val="dk2"/>
        </a:solidFill>
        <a:effectLst/>
      </p:bgPr>
    </p:bg>
    <p:spTree>
      <p:nvGrpSpPr>
        <p:cNvPr id="1" name="Shape 979"/>
        <p:cNvGrpSpPr/>
        <p:nvPr/>
      </p:nvGrpSpPr>
      <p:grpSpPr>
        <a:xfrm>
          <a:off x="0" y="0"/>
          <a:ext cx="0" cy="0"/>
          <a:chOff x="0" y="0"/>
          <a:chExt cx="0" cy="0"/>
        </a:xfrm>
      </p:grpSpPr>
      <p:sp>
        <p:nvSpPr>
          <p:cNvPr id="980" name="Google Shape;980;p73"/>
          <p:cNvSpPr>
            <a:spLocks noGrp="1"/>
          </p:cNvSpPr>
          <p:nvPr>
            <p:ph type="pic" idx="2"/>
          </p:nvPr>
        </p:nvSpPr>
        <p:spPr>
          <a:xfrm>
            <a:off x="708627" y="3338517"/>
            <a:ext cx="5185278" cy="2838450"/>
          </a:xfrm>
          <a:prstGeom prst="roundRect">
            <a:avLst>
              <a:gd name="adj" fmla="val 5215"/>
            </a:avLst>
          </a:prstGeom>
          <a:solidFill>
            <a:schemeClr val="accent5"/>
          </a:solidFill>
          <a:ln>
            <a:noFill/>
          </a:ln>
        </p:spPr>
      </p:sp>
      <p:sp>
        <p:nvSpPr>
          <p:cNvPr id="981" name="Google Shape;981;p73"/>
          <p:cNvSpPr txBox="1">
            <a:spLocks noGrp="1"/>
          </p:cNvSpPr>
          <p:nvPr>
            <p:ph type="body" idx="1"/>
          </p:nvPr>
        </p:nvSpPr>
        <p:spPr>
          <a:xfrm>
            <a:off x="695343" y="6924674"/>
            <a:ext cx="518527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82" name="Google Shape;982;p73"/>
          <p:cNvSpPr txBox="1">
            <a:spLocks noGrp="1"/>
          </p:cNvSpPr>
          <p:nvPr>
            <p:ph type="body" idx="3"/>
          </p:nvPr>
        </p:nvSpPr>
        <p:spPr>
          <a:xfrm>
            <a:off x="695339" y="6363021"/>
            <a:ext cx="518527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83" name="Google Shape;983;p73"/>
          <p:cNvSpPr txBox="1">
            <a:spLocks noGrp="1"/>
          </p:cNvSpPr>
          <p:nvPr>
            <p:ph type="body" idx="4"/>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84" name="Google Shape;984;p73"/>
          <p:cNvSpPr txBox="1">
            <a:spLocks noGrp="1"/>
          </p:cNvSpPr>
          <p:nvPr>
            <p:ph type="body" idx="5"/>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85" name="Google Shape;985;p73"/>
          <p:cNvSpPr>
            <a:spLocks noGrp="1"/>
          </p:cNvSpPr>
          <p:nvPr>
            <p:ph type="pic" idx="6"/>
          </p:nvPr>
        </p:nvSpPr>
        <p:spPr>
          <a:xfrm>
            <a:off x="6451431" y="3338517"/>
            <a:ext cx="5185278" cy="2838450"/>
          </a:xfrm>
          <a:prstGeom prst="roundRect">
            <a:avLst>
              <a:gd name="adj" fmla="val 5215"/>
            </a:avLst>
          </a:prstGeom>
          <a:solidFill>
            <a:schemeClr val="accent5"/>
          </a:solidFill>
          <a:ln>
            <a:noFill/>
          </a:ln>
        </p:spPr>
      </p:sp>
      <p:sp>
        <p:nvSpPr>
          <p:cNvPr id="986" name="Google Shape;986;p73"/>
          <p:cNvSpPr txBox="1">
            <a:spLocks noGrp="1"/>
          </p:cNvSpPr>
          <p:nvPr>
            <p:ph type="body" idx="7"/>
          </p:nvPr>
        </p:nvSpPr>
        <p:spPr>
          <a:xfrm>
            <a:off x="6438145" y="6924674"/>
            <a:ext cx="518527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87" name="Google Shape;987;p73"/>
          <p:cNvSpPr txBox="1">
            <a:spLocks noGrp="1"/>
          </p:cNvSpPr>
          <p:nvPr>
            <p:ph type="body" idx="8"/>
          </p:nvPr>
        </p:nvSpPr>
        <p:spPr>
          <a:xfrm>
            <a:off x="6438143" y="6363021"/>
            <a:ext cx="518527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88" name="Google Shape;988;p73"/>
          <p:cNvSpPr>
            <a:spLocks noGrp="1"/>
          </p:cNvSpPr>
          <p:nvPr>
            <p:ph type="pic" idx="9"/>
          </p:nvPr>
        </p:nvSpPr>
        <p:spPr>
          <a:xfrm>
            <a:off x="12180941" y="3338517"/>
            <a:ext cx="5185278" cy="2838450"/>
          </a:xfrm>
          <a:prstGeom prst="roundRect">
            <a:avLst>
              <a:gd name="adj" fmla="val 5215"/>
            </a:avLst>
          </a:prstGeom>
          <a:solidFill>
            <a:schemeClr val="accent5"/>
          </a:solidFill>
          <a:ln>
            <a:noFill/>
          </a:ln>
        </p:spPr>
      </p:sp>
      <p:sp>
        <p:nvSpPr>
          <p:cNvPr id="989" name="Google Shape;989;p73"/>
          <p:cNvSpPr txBox="1">
            <a:spLocks noGrp="1"/>
          </p:cNvSpPr>
          <p:nvPr>
            <p:ph type="body" idx="13"/>
          </p:nvPr>
        </p:nvSpPr>
        <p:spPr>
          <a:xfrm>
            <a:off x="12167657" y="6924674"/>
            <a:ext cx="518527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8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90" name="Google Shape;990;p73"/>
          <p:cNvSpPr txBox="1">
            <a:spLocks noGrp="1"/>
          </p:cNvSpPr>
          <p:nvPr>
            <p:ph type="body" idx="14"/>
          </p:nvPr>
        </p:nvSpPr>
        <p:spPr>
          <a:xfrm>
            <a:off x="12167657" y="6363021"/>
            <a:ext cx="518527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991" name="Google Shape;991;p73"/>
          <p:cNvGrpSpPr/>
          <p:nvPr/>
        </p:nvGrpSpPr>
        <p:grpSpPr>
          <a:xfrm>
            <a:off x="-18288" y="9611418"/>
            <a:ext cx="18324576" cy="570251"/>
            <a:chOff x="-18288" y="9611418"/>
            <a:chExt cx="18324576" cy="570251"/>
          </a:xfrm>
        </p:grpSpPr>
        <p:sp>
          <p:nvSpPr>
            <p:cNvPr id="992" name="Google Shape;992;p73"/>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993" name="Google Shape;993;p73"/>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994" name="Google Shape;994;p73"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98 - Content - 4 Image Columns - Dark">
  <p:cSld name="98 - Content - 4 Image Columns - Dark">
    <p:bg>
      <p:bgPr>
        <a:solidFill>
          <a:schemeClr val="dk2"/>
        </a:solidFill>
        <a:effectLst/>
      </p:bgPr>
    </p:bg>
    <p:spTree>
      <p:nvGrpSpPr>
        <p:cNvPr id="1" name="Shape 995"/>
        <p:cNvGrpSpPr/>
        <p:nvPr/>
      </p:nvGrpSpPr>
      <p:grpSpPr>
        <a:xfrm>
          <a:off x="0" y="0"/>
          <a:ext cx="0" cy="0"/>
          <a:chOff x="0" y="0"/>
          <a:chExt cx="0" cy="0"/>
        </a:xfrm>
      </p:grpSpPr>
      <p:sp>
        <p:nvSpPr>
          <p:cNvPr id="996" name="Google Shape;996;p74"/>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97" name="Google Shape;997;p74"/>
          <p:cNvSpPr txBox="1">
            <a:spLocks noGrp="1"/>
          </p:cNvSpPr>
          <p:nvPr>
            <p:ph type="body" idx="2"/>
          </p:nvPr>
        </p:nvSpPr>
        <p:spPr>
          <a:xfrm>
            <a:off x="576075" y="1223575"/>
            <a:ext cx="10843262"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rgbClr val="EBEEFF"/>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998" name="Google Shape;998;p74"/>
          <p:cNvSpPr>
            <a:spLocks noGrp="1"/>
          </p:cNvSpPr>
          <p:nvPr>
            <p:ph type="pic" idx="3"/>
          </p:nvPr>
        </p:nvSpPr>
        <p:spPr>
          <a:xfrm>
            <a:off x="827899" y="3338517"/>
            <a:ext cx="3613150" cy="2838450"/>
          </a:xfrm>
          <a:prstGeom prst="roundRect">
            <a:avLst>
              <a:gd name="adj" fmla="val 7666"/>
            </a:avLst>
          </a:prstGeom>
          <a:solidFill>
            <a:schemeClr val="accent5"/>
          </a:solidFill>
          <a:ln>
            <a:noFill/>
          </a:ln>
        </p:spPr>
      </p:sp>
      <p:sp>
        <p:nvSpPr>
          <p:cNvPr id="999" name="Google Shape;999;p74"/>
          <p:cNvSpPr>
            <a:spLocks noGrp="1"/>
          </p:cNvSpPr>
          <p:nvPr>
            <p:ph type="pic" idx="4"/>
          </p:nvPr>
        </p:nvSpPr>
        <p:spPr>
          <a:xfrm>
            <a:off x="5104067" y="3338517"/>
            <a:ext cx="3613150" cy="2838450"/>
          </a:xfrm>
          <a:prstGeom prst="roundRect">
            <a:avLst>
              <a:gd name="adj" fmla="val 7666"/>
            </a:avLst>
          </a:prstGeom>
          <a:solidFill>
            <a:schemeClr val="accent5"/>
          </a:solidFill>
          <a:ln>
            <a:noFill/>
          </a:ln>
        </p:spPr>
      </p:sp>
      <p:sp>
        <p:nvSpPr>
          <p:cNvPr id="1000" name="Google Shape;1000;p74"/>
          <p:cNvSpPr txBox="1">
            <a:spLocks noGrp="1"/>
          </p:cNvSpPr>
          <p:nvPr>
            <p:ph type="body" idx="5"/>
          </p:nvPr>
        </p:nvSpPr>
        <p:spPr>
          <a:xfrm>
            <a:off x="814611" y="6924674"/>
            <a:ext cx="362643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01" name="Google Shape;1001;p74"/>
          <p:cNvSpPr txBox="1">
            <a:spLocks noGrp="1"/>
          </p:cNvSpPr>
          <p:nvPr>
            <p:ph type="body" idx="6"/>
          </p:nvPr>
        </p:nvSpPr>
        <p:spPr>
          <a:xfrm>
            <a:off x="814611" y="6363021"/>
            <a:ext cx="362643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02" name="Google Shape;1002;p74"/>
          <p:cNvSpPr txBox="1">
            <a:spLocks noGrp="1"/>
          </p:cNvSpPr>
          <p:nvPr>
            <p:ph type="body" idx="7"/>
          </p:nvPr>
        </p:nvSpPr>
        <p:spPr>
          <a:xfrm>
            <a:off x="5077331" y="6924674"/>
            <a:ext cx="362643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03" name="Google Shape;1003;p74"/>
          <p:cNvSpPr txBox="1">
            <a:spLocks noGrp="1"/>
          </p:cNvSpPr>
          <p:nvPr>
            <p:ph type="body" idx="8"/>
          </p:nvPr>
        </p:nvSpPr>
        <p:spPr>
          <a:xfrm>
            <a:off x="5077331" y="6363021"/>
            <a:ext cx="362643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04" name="Google Shape;1004;p74"/>
          <p:cNvSpPr>
            <a:spLocks noGrp="1"/>
          </p:cNvSpPr>
          <p:nvPr>
            <p:ph type="pic" idx="9"/>
          </p:nvPr>
        </p:nvSpPr>
        <p:spPr>
          <a:xfrm>
            <a:off x="9380231" y="3338517"/>
            <a:ext cx="3613150" cy="2838450"/>
          </a:xfrm>
          <a:prstGeom prst="roundRect">
            <a:avLst>
              <a:gd name="adj" fmla="val 7666"/>
            </a:avLst>
          </a:prstGeom>
          <a:solidFill>
            <a:schemeClr val="accent5"/>
          </a:solidFill>
          <a:ln>
            <a:noFill/>
          </a:ln>
        </p:spPr>
      </p:sp>
      <p:sp>
        <p:nvSpPr>
          <p:cNvPr id="1005" name="Google Shape;1005;p74"/>
          <p:cNvSpPr txBox="1">
            <a:spLocks noGrp="1"/>
          </p:cNvSpPr>
          <p:nvPr>
            <p:ph type="body" idx="13"/>
          </p:nvPr>
        </p:nvSpPr>
        <p:spPr>
          <a:xfrm>
            <a:off x="9353497" y="6924674"/>
            <a:ext cx="362643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06" name="Google Shape;1006;p74"/>
          <p:cNvSpPr txBox="1">
            <a:spLocks noGrp="1"/>
          </p:cNvSpPr>
          <p:nvPr>
            <p:ph type="body" idx="14"/>
          </p:nvPr>
        </p:nvSpPr>
        <p:spPr>
          <a:xfrm>
            <a:off x="9353495" y="6363021"/>
            <a:ext cx="362643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07" name="Google Shape;1007;p74"/>
          <p:cNvSpPr>
            <a:spLocks noGrp="1"/>
          </p:cNvSpPr>
          <p:nvPr>
            <p:ph type="pic" idx="15"/>
          </p:nvPr>
        </p:nvSpPr>
        <p:spPr>
          <a:xfrm>
            <a:off x="13656397" y="3338517"/>
            <a:ext cx="3613150" cy="2838450"/>
          </a:xfrm>
          <a:prstGeom prst="roundRect">
            <a:avLst>
              <a:gd name="adj" fmla="val 7666"/>
            </a:avLst>
          </a:prstGeom>
          <a:solidFill>
            <a:schemeClr val="accent5"/>
          </a:solidFill>
          <a:ln>
            <a:noFill/>
          </a:ln>
        </p:spPr>
      </p:sp>
      <p:sp>
        <p:nvSpPr>
          <p:cNvPr id="1008" name="Google Shape;1008;p74"/>
          <p:cNvSpPr txBox="1">
            <a:spLocks noGrp="1"/>
          </p:cNvSpPr>
          <p:nvPr>
            <p:ph type="body" idx="16"/>
          </p:nvPr>
        </p:nvSpPr>
        <p:spPr>
          <a:xfrm>
            <a:off x="13629661" y="6924674"/>
            <a:ext cx="3626438" cy="154394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1600" b="0" i="0" u="none" strike="noStrike" cap="none">
                <a:solidFill>
                  <a:schemeClr val="accent5"/>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09" name="Google Shape;1009;p74"/>
          <p:cNvSpPr txBox="1">
            <a:spLocks noGrp="1"/>
          </p:cNvSpPr>
          <p:nvPr>
            <p:ph type="body" idx="17"/>
          </p:nvPr>
        </p:nvSpPr>
        <p:spPr>
          <a:xfrm>
            <a:off x="13629661" y="6363021"/>
            <a:ext cx="3626438" cy="46882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1"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010" name="Google Shape;1010;p74"/>
          <p:cNvGrpSpPr/>
          <p:nvPr/>
        </p:nvGrpSpPr>
        <p:grpSpPr>
          <a:xfrm>
            <a:off x="-18288" y="9611418"/>
            <a:ext cx="18324576" cy="570251"/>
            <a:chOff x="-18288" y="9611418"/>
            <a:chExt cx="18324576" cy="570251"/>
          </a:xfrm>
        </p:grpSpPr>
        <p:sp>
          <p:nvSpPr>
            <p:cNvPr id="1011" name="Google Shape;1011;p74"/>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012" name="Google Shape;1012;p74"/>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013" name="Google Shape;1013;p74"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100 - Speaker - Image Right">
  <p:cSld name="100 - Speaker - Image Right">
    <p:bg>
      <p:bgPr>
        <a:solidFill>
          <a:schemeClr val="dk2"/>
        </a:solidFill>
        <a:effectLst/>
      </p:bgPr>
    </p:bg>
    <p:spTree>
      <p:nvGrpSpPr>
        <p:cNvPr id="1" name="Shape 1014"/>
        <p:cNvGrpSpPr/>
        <p:nvPr/>
      </p:nvGrpSpPr>
      <p:grpSpPr>
        <a:xfrm>
          <a:off x="0" y="0"/>
          <a:ext cx="0" cy="0"/>
          <a:chOff x="0" y="0"/>
          <a:chExt cx="0" cy="0"/>
        </a:xfrm>
      </p:grpSpPr>
      <p:sp>
        <p:nvSpPr>
          <p:cNvPr id="1015" name="Google Shape;1015;p75"/>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16" name="Google Shape;1016;p75"/>
          <p:cNvSpPr txBox="1">
            <a:spLocks noGrp="1"/>
          </p:cNvSpPr>
          <p:nvPr>
            <p:ph type="body" idx="2"/>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l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17" name="Google Shape;1017;p75"/>
          <p:cNvSpPr txBox="1">
            <a:spLocks noGrp="1"/>
          </p:cNvSpPr>
          <p:nvPr>
            <p:ph type="body" idx="3"/>
          </p:nvPr>
        </p:nvSpPr>
        <p:spPr>
          <a:xfrm>
            <a:off x="2046026" y="4327454"/>
            <a:ext cx="705987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18" name="Google Shape;1018;p75"/>
          <p:cNvSpPr txBox="1">
            <a:spLocks noGrp="1"/>
          </p:cNvSpPr>
          <p:nvPr>
            <p:ph type="body" idx="4"/>
          </p:nvPr>
        </p:nvSpPr>
        <p:spPr>
          <a:xfrm>
            <a:off x="2046024" y="4907871"/>
            <a:ext cx="7059872" cy="47126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019" name="Google Shape;1019;p75"/>
          <p:cNvGrpSpPr/>
          <p:nvPr/>
        </p:nvGrpSpPr>
        <p:grpSpPr>
          <a:xfrm>
            <a:off x="-18288" y="9611418"/>
            <a:ext cx="18324576" cy="570251"/>
            <a:chOff x="-18288" y="9611418"/>
            <a:chExt cx="18324576" cy="570251"/>
          </a:xfrm>
        </p:grpSpPr>
        <p:sp>
          <p:nvSpPr>
            <p:cNvPr id="1020" name="Google Shape;1020;p75"/>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021" name="Google Shape;1021;p75"/>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022" name="Google Shape;1022;p75"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
        <p:nvSpPr>
          <p:cNvPr id="1023" name="Google Shape;1023;p75"/>
          <p:cNvSpPr/>
          <p:nvPr/>
        </p:nvSpPr>
        <p:spPr>
          <a:xfrm>
            <a:off x="9182104" y="2146731"/>
            <a:ext cx="7123200" cy="63918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4" name="Google Shape;1024;p75"/>
          <p:cNvSpPr>
            <a:spLocks noGrp="1"/>
          </p:cNvSpPr>
          <p:nvPr>
            <p:ph type="pic" idx="5"/>
          </p:nvPr>
        </p:nvSpPr>
        <p:spPr>
          <a:xfrm>
            <a:off x="9227854" y="2192481"/>
            <a:ext cx="7031700" cy="6300300"/>
          </a:xfrm>
          <a:prstGeom prst="roundRect">
            <a:avLst>
              <a:gd name="adj" fmla="val 3781"/>
            </a:avLst>
          </a:prstGeom>
          <a:solidFill>
            <a:schemeClr val="accent5"/>
          </a:solidFill>
          <a:ln>
            <a:noFill/>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101 - Speaker - 2 Speakers">
  <p:cSld name="101 - Speaker - 2 Speakers">
    <p:bg>
      <p:bgPr>
        <a:solidFill>
          <a:schemeClr val="dk2"/>
        </a:solidFill>
        <a:effectLst/>
      </p:bgPr>
    </p:bg>
    <p:spTree>
      <p:nvGrpSpPr>
        <p:cNvPr id="1" name="Shape 1025"/>
        <p:cNvGrpSpPr/>
        <p:nvPr/>
      </p:nvGrpSpPr>
      <p:grpSpPr>
        <a:xfrm>
          <a:off x="0" y="0"/>
          <a:ext cx="0" cy="0"/>
          <a:chOff x="0" y="0"/>
          <a:chExt cx="0" cy="0"/>
        </a:xfrm>
      </p:grpSpPr>
      <p:sp>
        <p:nvSpPr>
          <p:cNvPr id="1026" name="Google Shape;1026;p76"/>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l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27" name="Google Shape;1027;p76"/>
          <p:cNvSpPr txBox="1">
            <a:spLocks noGrp="1"/>
          </p:cNvSpPr>
          <p:nvPr>
            <p:ph type="body" idx="2"/>
          </p:nvPr>
        </p:nvSpPr>
        <p:spPr>
          <a:xfrm>
            <a:off x="9182105" y="7950592"/>
            <a:ext cx="5676898"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28" name="Google Shape;1028;p76"/>
          <p:cNvSpPr txBox="1">
            <a:spLocks noGrp="1"/>
          </p:cNvSpPr>
          <p:nvPr>
            <p:ph type="body" idx="3"/>
          </p:nvPr>
        </p:nvSpPr>
        <p:spPr>
          <a:xfrm>
            <a:off x="9182103" y="8531009"/>
            <a:ext cx="5676898" cy="47126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29" name="Google Shape;1029;p76"/>
          <p:cNvSpPr txBox="1">
            <a:spLocks noGrp="1"/>
          </p:cNvSpPr>
          <p:nvPr>
            <p:ph type="body" idx="4"/>
          </p:nvPr>
        </p:nvSpPr>
        <p:spPr>
          <a:xfrm>
            <a:off x="575983" y="7950592"/>
            <a:ext cx="5676898"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30" name="Google Shape;1030;p76"/>
          <p:cNvSpPr txBox="1">
            <a:spLocks noGrp="1"/>
          </p:cNvSpPr>
          <p:nvPr>
            <p:ph type="body" idx="5"/>
          </p:nvPr>
        </p:nvSpPr>
        <p:spPr>
          <a:xfrm>
            <a:off x="575983" y="8531009"/>
            <a:ext cx="5676898" cy="47126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31" name="Google Shape;1031;p76"/>
          <p:cNvSpPr txBox="1">
            <a:spLocks noGrp="1"/>
          </p:cNvSpPr>
          <p:nvPr>
            <p:ph type="body" idx="6"/>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032" name="Google Shape;1032;p76"/>
          <p:cNvGrpSpPr/>
          <p:nvPr/>
        </p:nvGrpSpPr>
        <p:grpSpPr>
          <a:xfrm>
            <a:off x="-18288" y="9611418"/>
            <a:ext cx="18324576" cy="570251"/>
            <a:chOff x="-18288" y="9611418"/>
            <a:chExt cx="18324576" cy="570251"/>
          </a:xfrm>
        </p:grpSpPr>
        <p:sp>
          <p:nvSpPr>
            <p:cNvPr id="1033" name="Google Shape;1033;p76"/>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034" name="Google Shape;1034;p76"/>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035" name="Google Shape;1035;p76"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
        <p:nvSpPr>
          <p:cNvPr id="1036" name="Google Shape;1036;p76"/>
          <p:cNvSpPr/>
          <p:nvPr/>
        </p:nvSpPr>
        <p:spPr>
          <a:xfrm>
            <a:off x="9182100" y="2209800"/>
            <a:ext cx="6077400" cy="54531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78000" tIns="78000" rIns="78000" bIns="78000" anchor="ctr" anchorCtr="0">
            <a:noAutofit/>
          </a:bodyPr>
          <a:lstStyle/>
          <a:p>
            <a:pPr marL="0" marR="0" lvl="0" indent="0" algn="ctr" rtl="0">
              <a:lnSpc>
                <a:spcPct val="100000"/>
              </a:lnSpc>
              <a:spcBef>
                <a:spcPts val="0"/>
              </a:spcBef>
              <a:spcAft>
                <a:spcPts val="0"/>
              </a:spcAft>
              <a:buClr>
                <a:srgbClr val="000000"/>
              </a:buClr>
              <a:buSzPts val="1194"/>
              <a:buFont typeface="Arial"/>
              <a:buNone/>
            </a:pPr>
            <a:endParaRPr sz="1194" b="0" i="0" u="none" strike="noStrike" cap="none">
              <a:solidFill>
                <a:srgbClr val="000000"/>
              </a:solidFill>
              <a:latin typeface="Arial"/>
              <a:ea typeface="Arial"/>
              <a:cs typeface="Arial"/>
              <a:sym typeface="Arial"/>
            </a:endParaRPr>
          </a:p>
        </p:txBody>
      </p:sp>
      <p:sp>
        <p:nvSpPr>
          <p:cNvPr id="1037" name="Google Shape;1037;p76"/>
          <p:cNvSpPr>
            <a:spLocks noGrp="1"/>
          </p:cNvSpPr>
          <p:nvPr>
            <p:ph type="pic" idx="7"/>
          </p:nvPr>
        </p:nvSpPr>
        <p:spPr>
          <a:xfrm>
            <a:off x="9221132" y="2248832"/>
            <a:ext cx="5999100" cy="5375400"/>
          </a:xfrm>
          <a:prstGeom prst="roundRect">
            <a:avLst>
              <a:gd name="adj" fmla="val 3781"/>
            </a:avLst>
          </a:prstGeom>
          <a:solidFill>
            <a:schemeClr val="accent5"/>
          </a:solidFill>
          <a:ln>
            <a:noFill/>
          </a:ln>
        </p:spPr>
      </p:sp>
      <p:sp>
        <p:nvSpPr>
          <p:cNvPr id="1038" name="Google Shape;1038;p76"/>
          <p:cNvSpPr/>
          <p:nvPr/>
        </p:nvSpPr>
        <p:spPr>
          <a:xfrm>
            <a:off x="571500" y="2209800"/>
            <a:ext cx="6077400" cy="54531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78000" tIns="78000" rIns="78000" bIns="78000" anchor="ctr" anchorCtr="0">
            <a:noAutofit/>
          </a:bodyPr>
          <a:lstStyle/>
          <a:p>
            <a:pPr marL="0" marR="0" lvl="0" indent="0" algn="ctr" rtl="0">
              <a:lnSpc>
                <a:spcPct val="100000"/>
              </a:lnSpc>
              <a:spcBef>
                <a:spcPts val="0"/>
              </a:spcBef>
              <a:spcAft>
                <a:spcPts val="0"/>
              </a:spcAft>
              <a:buClr>
                <a:srgbClr val="000000"/>
              </a:buClr>
              <a:buSzPts val="1194"/>
              <a:buFont typeface="Arial"/>
              <a:buNone/>
            </a:pPr>
            <a:endParaRPr sz="1194" b="0" i="0" u="none" strike="noStrike" cap="none">
              <a:solidFill>
                <a:srgbClr val="000000"/>
              </a:solidFill>
              <a:latin typeface="Arial"/>
              <a:ea typeface="Arial"/>
              <a:cs typeface="Arial"/>
              <a:sym typeface="Arial"/>
            </a:endParaRPr>
          </a:p>
        </p:txBody>
      </p:sp>
      <p:sp>
        <p:nvSpPr>
          <p:cNvPr id="1039" name="Google Shape;1039;p76"/>
          <p:cNvSpPr>
            <a:spLocks noGrp="1"/>
          </p:cNvSpPr>
          <p:nvPr>
            <p:ph type="pic" idx="8"/>
          </p:nvPr>
        </p:nvSpPr>
        <p:spPr>
          <a:xfrm>
            <a:off x="610532" y="2248832"/>
            <a:ext cx="5999100" cy="5375400"/>
          </a:xfrm>
          <a:prstGeom prst="roundRect">
            <a:avLst>
              <a:gd name="adj" fmla="val 3781"/>
            </a:avLst>
          </a:prstGeom>
          <a:solidFill>
            <a:schemeClr val="accent5"/>
          </a:solidFill>
          <a:ln>
            <a:noFill/>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102 - Speaker - 3 Speakers">
  <p:cSld name="102 - Speaker - 3 Speakers">
    <p:bg>
      <p:bgPr>
        <a:solidFill>
          <a:schemeClr val="dk2"/>
        </a:solidFill>
        <a:effectLst/>
      </p:bgPr>
    </p:bg>
    <p:spTree>
      <p:nvGrpSpPr>
        <p:cNvPr id="1" name="Shape 1040"/>
        <p:cNvGrpSpPr/>
        <p:nvPr/>
      </p:nvGrpSpPr>
      <p:grpSpPr>
        <a:xfrm>
          <a:off x="0" y="0"/>
          <a:ext cx="0" cy="0"/>
          <a:chOff x="0" y="0"/>
          <a:chExt cx="0" cy="0"/>
        </a:xfrm>
      </p:grpSpPr>
      <p:sp>
        <p:nvSpPr>
          <p:cNvPr id="1041" name="Google Shape;1041;p77"/>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l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42" name="Google Shape;1042;p77"/>
          <p:cNvSpPr txBox="1">
            <a:spLocks noGrp="1"/>
          </p:cNvSpPr>
          <p:nvPr>
            <p:ph type="body" idx="2"/>
          </p:nvPr>
        </p:nvSpPr>
        <p:spPr>
          <a:xfrm>
            <a:off x="575982" y="7364490"/>
            <a:ext cx="4257676"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43" name="Google Shape;1043;p77"/>
          <p:cNvSpPr txBox="1">
            <a:spLocks noGrp="1"/>
          </p:cNvSpPr>
          <p:nvPr>
            <p:ph type="body" idx="3"/>
          </p:nvPr>
        </p:nvSpPr>
        <p:spPr>
          <a:xfrm>
            <a:off x="575982" y="7944907"/>
            <a:ext cx="4257676" cy="47126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44" name="Google Shape;1044;p77"/>
          <p:cNvSpPr txBox="1">
            <a:spLocks noGrp="1"/>
          </p:cNvSpPr>
          <p:nvPr>
            <p:ph type="body" idx="4"/>
          </p:nvPr>
        </p:nvSpPr>
        <p:spPr>
          <a:xfrm>
            <a:off x="6264090" y="7364490"/>
            <a:ext cx="4257676"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45" name="Google Shape;1045;p77"/>
          <p:cNvSpPr txBox="1">
            <a:spLocks noGrp="1"/>
          </p:cNvSpPr>
          <p:nvPr>
            <p:ph type="body" idx="5"/>
          </p:nvPr>
        </p:nvSpPr>
        <p:spPr>
          <a:xfrm>
            <a:off x="6264088" y="7944907"/>
            <a:ext cx="4257676" cy="47126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46" name="Google Shape;1046;p77"/>
          <p:cNvSpPr txBox="1">
            <a:spLocks noGrp="1"/>
          </p:cNvSpPr>
          <p:nvPr>
            <p:ph type="body" idx="6"/>
          </p:nvPr>
        </p:nvSpPr>
        <p:spPr>
          <a:xfrm>
            <a:off x="12073220" y="7364490"/>
            <a:ext cx="4257676"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47" name="Google Shape;1047;p77"/>
          <p:cNvSpPr txBox="1">
            <a:spLocks noGrp="1"/>
          </p:cNvSpPr>
          <p:nvPr>
            <p:ph type="body" idx="7"/>
          </p:nvPr>
        </p:nvSpPr>
        <p:spPr>
          <a:xfrm>
            <a:off x="12073218" y="7944907"/>
            <a:ext cx="4257676" cy="47126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48" name="Google Shape;1048;p77"/>
          <p:cNvSpPr txBox="1">
            <a:spLocks noGrp="1"/>
          </p:cNvSpPr>
          <p:nvPr>
            <p:ph type="body" idx="8"/>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049" name="Google Shape;1049;p77"/>
          <p:cNvGrpSpPr/>
          <p:nvPr/>
        </p:nvGrpSpPr>
        <p:grpSpPr>
          <a:xfrm>
            <a:off x="-18288" y="9611418"/>
            <a:ext cx="18324576" cy="570251"/>
            <a:chOff x="-18288" y="9611418"/>
            <a:chExt cx="18324576" cy="570251"/>
          </a:xfrm>
        </p:grpSpPr>
        <p:sp>
          <p:nvSpPr>
            <p:cNvPr id="1050" name="Google Shape;1050;p77"/>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051" name="Google Shape;1051;p77"/>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052" name="Google Shape;1052;p77"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
        <p:nvSpPr>
          <p:cNvPr id="1053" name="Google Shape;1053;p77"/>
          <p:cNvSpPr/>
          <p:nvPr/>
        </p:nvSpPr>
        <p:spPr>
          <a:xfrm>
            <a:off x="6210300" y="3029108"/>
            <a:ext cx="4267200" cy="3828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54775" tIns="54775" rIns="54775" bIns="54775" anchor="ctr" anchorCtr="0">
            <a:noAutofit/>
          </a:bodyPr>
          <a:lstStyle/>
          <a:p>
            <a:pPr marL="0" marR="0" lvl="0" indent="0" algn="ctr" rtl="0">
              <a:lnSpc>
                <a:spcPct val="100000"/>
              </a:lnSpc>
              <a:spcBef>
                <a:spcPts val="0"/>
              </a:spcBef>
              <a:spcAft>
                <a:spcPts val="0"/>
              </a:spcAft>
              <a:buClr>
                <a:srgbClr val="000000"/>
              </a:buClr>
              <a:buSzPts val="839"/>
              <a:buFont typeface="Arial"/>
              <a:buNone/>
            </a:pPr>
            <a:endParaRPr sz="839" b="0" i="0" u="none" strike="noStrike" cap="none">
              <a:solidFill>
                <a:srgbClr val="000000"/>
              </a:solidFill>
              <a:latin typeface="Arial"/>
              <a:ea typeface="Arial"/>
              <a:cs typeface="Arial"/>
              <a:sym typeface="Arial"/>
            </a:endParaRPr>
          </a:p>
        </p:txBody>
      </p:sp>
      <p:sp>
        <p:nvSpPr>
          <p:cNvPr id="1054" name="Google Shape;1054;p77"/>
          <p:cNvSpPr>
            <a:spLocks noGrp="1"/>
          </p:cNvSpPr>
          <p:nvPr>
            <p:ph type="pic" idx="9"/>
          </p:nvPr>
        </p:nvSpPr>
        <p:spPr>
          <a:xfrm>
            <a:off x="6237706" y="3056514"/>
            <a:ext cx="4212000" cy="3774300"/>
          </a:xfrm>
          <a:prstGeom prst="roundRect">
            <a:avLst>
              <a:gd name="adj" fmla="val 3781"/>
            </a:avLst>
          </a:prstGeom>
          <a:solidFill>
            <a:schemeClr val="accent5"/>
          </a:solidFill>
          <a:ln>
            <a:noFill/>
          </a:ln>
        </p:spPr>
      </p:sp>
      <p:sp>
        <p:nvSpPr>
          <p:cNvPr id="1055" name="Google Shape;1055;p77"/>
          <p:cNvSpPr/>
          <p:nvPr/>
        </p:nvSpPr>
        <p:spPr>
          <a:xfrm>
            <a:off x="12068463" y="3029108"/>
            <a:ext cx="4267200" cy="3828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54775" tIns="54775" rIns="54775" bIns="54775" anchor="ctr" anchorCtr="0">
            <a:noAutofit/>
          </a:bodyPr>
          <a:lstStyle/>
          <a:p>
            <a:pPr marL="0" marR="0" lvl="0" indent="0" algn="ctr" rtl="0">
              <a:lnSpc>
                <a:spcPct val="100000"/>
              </a:lnSpc>
              <a:spcBef>
                <a:spcPts val="0"/>
              </a:spcBef>
              <a:spcAft>
                <a:spcPts val="0"/>
              </a:spcAft>
              <a:buClr>
                <a:srgbClr val="000000"/>
              </a:buClr>
              <a:buSzPts val="839"/>
              <a:buFont typeface="Arial"/>
              <a:buNone/>
            </a:pPr>
            <a:endParaRPr sz="839" b="0" i="0" u="none" strike="noStrike" cap="none">
              <a:solidFill>
                <a:srgbClr val="000000"/>
              </a:solidFill>
              <a:latin typeface="Arial"/>
              <a:ea typeface="Arial"/>
              <a:cs typeface="Arial"/>
              <a:sym typeface="Arial"/>
            </a:endParaRPr>
          </a:p>
        </p:txBody>
      </p:sp>
      <p:sp>
        <p:nvSpPr>
          <p:cNvPr id="1056" name="Google Shape;1056;p77"/>
          <p:cNvSpPr>
            <a:spLocks noGrp="1"/>
          </p:cNvSpPr>
          <p:nvPr>
            <p:ph type="pic" idx="13"/>
          </p:nvPr>
        </p:nvSpPr>
        <p:spPr>
          <a:xfrm>
            <a:off x="12095869" y="3056514"/>
            <a:ext cx="4212000" cy="3774300"/>
          </a:xfrm>
          <a:prstGeom prst="roundRect">
            <a:avLst>
              <a:gd name="adj" fmla="val 3781"/>
            </a:avLst>
          </a:prstGeom>
          <a:solidFill>
            <a:schemeClr val="accent5"/>
          </a:solidFill>
          <a:ln>
            <a:noFill/>
          </a:ln>
        </p:spPr>
      </p:sp>
      <p:sp>
        <p:nvSpPr>
          <p:cNvPr id="1057" name="Google Shape;1057;p77"/>
          <p:cNvSpPr/>
          <p:nvPr/>
        </p:nvSpPr>
        <p:spPr>
          <a:xfrm>
            <a:off x="576075" y="3029108"/>
            <a:ext cx="4267200" cy="3828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54775" tIns="54775" rIns="54775" bIns="54775" anchor="ctr" anchorCtr="0">
            <a:noAutofit/>
          </a:bodyPr>
          <a:lstStyle/>
          <a:p>
            <a:pPr marL="0" marR="0" lvl="0" indent="0" algn="ctr" rtl="0">
              <a:lnSpc>
                <a:spcPct val="100000"/>
              </a:lnSpc>
              <a:spcBef>
                <a:spcPts val="0"/>
              </a:spcBef>
              <a:spcAft>
                <a:spcPts val="0"/>
              </a:spcAft>
              <a:buClr>
                <a:srgbClr val="000000"/>
              </a:buClr>
              <a:buSzPts val="839"/>
              <a:buFont typeface="Arial"/>
              <a:buNone/>
            </a:pPr>
            <a:endParaRPr sz="839" b="0" i="0" u="none" strike="noStrike" cap="none">
              <a:solidFill>
                <a:srgbClr val="000000"/>
              </a:solidFill>
              <a:latin typeface="Arial"/>
              <a:ea typeface="Arial"/>
              <a:cs typeface="Arial"/>
              <a:sym typeface="Arial"/>
            </a:endParaRPr>
          </a:p>
        </p:txBody>
      </p:sp>
      <p:sp>
        <p:nvSpPr>
          <p:cNvPr id="1058" name="Google Shape;1058;p77"/>
          <p:cNvSpPr>
            <a:spLocks noGrp="1"/>
          </p:cNvSpPr>
          <p:nvPr>
            <p:ph type="pic" idx="14"/>
          </p:nvPr>
        </p:nvSpPr>
        <p:spPr>
          <a:xfrm>
            <a:off x="603481" y="3056514"/>
            <a:ext cx="4212000" cy="3774300"/>
          </a:xfrm>
          <a:prstGeom prst="roundRect">
            <a:avLst>
              <a:gd name="adj" fmla="val 3781"/>
            </a:avLst>
          </a:prstGeom>
          <a:solidFill>
            <a:schemeClr val="accent5"/>
          </a:solidFill>
          <a:ln>
            <a:noFill/>
          </a:ln>
        </p:spPr>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103 - Speaker - 3 Speakers Alt">
  <p:cSld name="103 - Speaker - 3 Speakers Alt">
    <p:bg>
      <p:bgPr>
        <a:solidFill>
          <a:schemeClr val="dk2"/>
        </a:solidFill>
        <a:effectLst/>
      </p:bgPr>
    </p:bg>
    <p:spTree>
      <p:nvGrpSpPr>
        <p:cNvPr id="1" name="Shape 1059"/>
        <p:cNvGrpSpPr/>
        <p:nvPr/>
      </p:nvGrpSpPr>
      <p:grpSpPr>
        <a:xfrm>
          <a:off x="0" y="0"/>
          <a:ext cx="0" cy="0"/>
          <a:chOff x="0" y="0"/>
          <a:chExt cx="0" cy="0"/>
        </a:xfrm>
      </p:grpSpPr>
      <p:cxnSp>
        <p:nvCxnSpPr>
          <p:cNvPr id="1060" name="Google Shape;1060;p78"/>
          <p:cNvCxnSpPr/>
          <p:nvPr/>
        </p:nvCxnSpPr>
        <p:spPr>
          <a:xfrm>
            <a:off x="7734302" y="6935874"/>
            <a:ext cx="6859200" cy="0"/>
          </a:xfrm>
          <a:prstGeom prst="straightConnector1">
            <a:avLst/>
          </a:prstGeom>
          <a:noFill/>
          <a:ln w="12700" cap="flat" cmpd="sng">
            <a:solidFill>
              <a:schemeClr val="accent6"/>
            </a:solidFill>
            <a:prstDash val="solid"/>
            <a:miter lim="80"/>
            <a:headEnd type="none" w="sm" len="sm"/>
            <a:tailEnd type="none" w="sm" len="sm"/>
          </a:ln>
        </p:spPr>
      </p:cxnSp>
      <p:cxnSp>
        <p:nvCxnSpPr>
          <p:cNvPr id="1061" name="Google Shape;1061;p78"/>
          <p:cNvCxnSpPr/>
          <p:nvPr/>
        </p:nvCxnSpPr>
        <p:spPr>
          <a:xfrm>
            <a:off x="7734302" y="3947143"/>
            <a:ext cx="6859200" cy="0"/>
          </a:xfrm>
          <a:prstGeom prst="straightConnector1">
            <a:avLst/>
          </a:prstGeom>
          <a:noFill/>
          <a:ln w="12700" cap="flat" cmpd="sng">
            <a:solidFill>
              <a:schemeClr val="accent6"/>
            </a:solidFill>
            <a:prstDash val="solid"/>
            <a:miter lim="80"/>
            <a:headEnd type="none" w="sm" len="sm"/>
            <a:tailEnd type="none" w="sm" len="sm"/>
          </a:ln>
        </p:spPr>
      </p:cxnSp>
      <p:sp>
        <p:nvSpPr>
          <p:cNvPr id="1062" name="Google Shape;1062;p78"/>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63" name="Google Shape;1063;p78"/>
          <p:cNvSpPr txBox="1">
            <a:spLocks noGrp="1"/>
          </p:cNvSpPr>
          <p:nvPr>
            <p:ph type="body" idx="2"/>
          </p:nvPr>
        </p:nvSpPr>
        <p:spPr>
          <a:xfrm>
            <a:off x="7734302" y="1719050"/>
            <a:ext cx="6831600" cy="6960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64" name="Google Shape;1064;p78"/>
          <p:cNvSpPr txBox="1">
            <a:spLocks noGrp="1"/>
          </p:cNvSpPr>
          <p:nvPr>
            <p:ph type="body" idx="3"/>
          </p:nvPr>
        </p:nvSpPr>
        <p:spPr>
          <a:xfrm>
            <a:off x="7734300" y="2523784"/>
            <a:ext cx="6399900" cy="8748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65" name="Google Shape;1065;p78"/>
          <p:cNvSpPr txBox="1">
            <a:spLocks noGrp="1"/>
          </p:cNvSpPr>
          <p:nvPr>
            <p:ph type="body" idx="4"/>
          </p:nvPr>
        </p:nvSpPr>
        <p:spPr>
          <a:xfrm>
            <a:off x="7734302" y="4638712"/>
            <a:ext cx="6831600" cy="6960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66" name="Google Shape;1066;p78"/>
          <p:cNvSpPr txBox="1">
            <a:spLocks noGrp="1"/>
          </p:cNvSpPr>
          <p:nvPr>
            <p:ph type="body" idx="5"/>
          </p:nvPr>
        </p:nvSpPr>
        <p:spPr>
          <a:xfrm>
            <a:off x="7734300" y="5443446"/>
            <a:ext cx="6399900" cy="8748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67" name="Google Shape;1067;p78"/>
          <p:cNvSpPr txBox="1">
            <a:spLocks noGrp="1"/>
          </p:cNvSpPr>
          <p:nvPr>
            <p:ph type="body" idx="6"/>
          </p:nvPr>
        </p:nvSpPr>
        <p:spPr>
          <a:xfrm>
            <a:off x="7734302" y="7526291"/>
            <a:ext cx="6831600" cy="6960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36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68" name="Google Shape;1068;p78"/>
          <p:cNvSpPr txBox="1">
            <a:spLocks noGrp="1"/>
          </p:cNvSpPr>
          <p:nvPr>
            <p:ph type="body" idx="7"/>
          </p:nvPr>
        </p:nvSpPr>
        <p:spPr>
          <a:xfrm>
            <a:off x="7734300" y="8331025"/>
            <a:ext cx="6399900" cy="8748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69" name="Google Shape;1069;p78"/>
          <p:cNvSpPr txBox="1">
            <a:spLocks noGrp="1"/>
          </p:cNvSpPr>
          <p:nvPr>
            <p:ph type="body" idx="8"/>
          </p:nvPr>
        </p:nvSpPr>
        <p:spPr>
          <a:xfrm>
            <a:off x="623930" y="7195929"/>
            <a:ext cx="3912000" cy="2091300"/>
          </a:xfrm>
          <a:prstGeom prst="rect">
            <a:avLst/>
          </a:prstGeom>
          <a:noFill/>
          <a:ln>
            <a:noFill/>
          </a:ln>
        </p:spPr>
        <p:txBody>
          <a:bodyPr spcFirstLastPara="1" wrap="square" lIns="0" tIns="45700" rIns="0" bIns="45700" anchor="b" anchorCtr="0">
            <a:noAutofit/>
          </a:bodyPr>
          <a:lstStyle>
            <a:lvl1pPr marL="457200" marR="0" lvl="0" indent="-228600" algn="l" rtl="0">
              <a:lnSpc>
                <a:spcPct val="90000"/>
              </a:lnSpc>
              <a:spcBef>
                <a:spcPts val="0"/>
              </a:spcBef>
              <a:spcAft>
                <a:spcPts val="0"/>
              </a:spcAft>
              <a:buClr>
                <a:schemeClr val="lt1"/>
              </a:buClr>
              <a:buSzPts val="2240"/>
              <a:buFont typeface="Arial"/>
              <a:buNone/>
              <a:defRPr sz="75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3pPr>
            <a:lvl4pPr marL="1828800" marR="0" lvl="3" indent="-342900" algn="l" rtl="0">
              <a:lnSpc>
                <a:spcPct val="100000"/>
              </a:lnSpc>
              <a:spcBef>
                <a:spcPts val="600"/>
              </a:spcBef>
              <a:spcAft>
                <a:spcPts val="0"/>
              </a:spcAft>
              <a:buClr>
                <a:schemeClr val="lt1"/>
              </a:buClr>
              <a:buSzPts val="1800"/>
              <a:buFont typeface="Arial"/>
              <a:buChar char="&gt;"/>
              <a:defRPr sz="1400" b="0" i="0" u="none" strike="noStrike" cap="none">
                <a:solidFill>
                  <a:schemeClr val="lt1"/>
                </a:solidFill>
                <a:latin typeface="Arial"/>
                <a:ea typeface="Arial"/>
                <a:cs typeface="Arial"/>
                <a:sym typeface="Arial"/>
              </a:defRPr>
            </a:lvl4pPr>
            <a:lvl5pPr marL="2286000" marR="0" lvl="4" indent="-342900" algn="l" rtl="0">
              <a:lnSpc>
                <a:spcPct val="100000"/>
              </a:lnSpc>
              <a:spcBef>
                <a:spcPts val="600"/>
              </a:spcBef>
              <a:spcAft>
                <a:spcPts val="0"/>
              </a:spcAft>
              <a:buClr>
                <a:schemeClr val="lt1"/>
              </a:buClr>
              <a:buSzPts val="1800"/>
              <a:buFont typeface="Arial"/>
              <a:buChar char="o"/>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6pPr>
            <a:lvl7pPr marL="3200400" marR="0" lvl="6"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7pPr>
            <a:lvl8pPr marL="3657600" marR="0" lvl="7"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8pPr>
            <a:lvl9pPr marL="4114800" marR="0" lvl="8"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9pPr>
          </a:lstStyle>
          <a:p>
            <a:endParaRPr/>
          </a:p>
        </p:txBody>
      </p:sp>
      <p:grpSp>
        <p:nvGrpSpPr>
          <p:cNvPr id="1070" name="Google Shape;1070;p78"/>
          <p:cNvGrpSpPr/>
          <p:nvPr/>
        </p:nvGrpSpPr>
        <p:grpSpPr>
          <a:xfrm>
            <a:off x="-18288" y="9611418"/>
            <a:ext cx="18324576" cy="570251"/>
            <a:chOff x="-18288" y="9611418"/>
            <a:chExt cx="18324576" cy="570251"/>
          </a:xfrm>
        </p:grpSpPr>
        <p:sp>
          <p:nvSpPr>
            <p:cNvPr id="1071" name="Google Shape;1071;p78"/>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072" name="Google Shape;1072;p78"/>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073" name="Google Shape;1073;p78"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
        <p:nvSpPr>
          <p:cNvPr id="1074" name="Google Shape;1074;p78"/>
          <p:cNvSpPr/>
          <p:nvPr/>
        </p:nvSpPr>
        <p:spPr>
          <a:xfrm>
            <a:off x="5524500" y="4353332"/>
            <a:ext cx="1895100" cy="17004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24325" tIns="24325" rIns="24325" bIns="24325" anchor="ctr" anchorCtr="0">
            <a:noAutofit/>
          </a:bodyPr>
          <a:lstStyle/>
          <a:p>
            <a:pPr marL="0" marR="0" lvl="0" indent="0" algn="ctr" rtl="0">
              <a:lnSpc>
                <a:spcPct val="100000"/>
              </a:lnSpc>
              <a:spcBef>
                <a:spcPts val="0"/>
              </a:spcBef>
              <a:spcAft>
                <a:spcPts val="0"/>
              </a:spcAft>
              <a:buClr>
                <a:srgbClr val="000000"/>
              </a:buClr>
              <a:buSzPts val="372"/>
              <a:buFont typeface="Arial"/>
              <a:buNone/>
            </a:pPr>
            <a:endParaRPr sz="372" b="0" i="0" u="none" strike="noStrike" cap="none">
              <a:solidFill>
                <a:srgbClr val="000000"/>
              </a:solidFill>
              <a:latin typeface="Arial"/>
              <a:ea typeface="Arial"/>
              <a:cs typeface="Arial"/>
              <a:sym typeface="Arial"/>
            </a:endParaRPr>
          </a:p>
        </p:txBody>
      </p:sp>
      <p:sp>
        <p:nvSpPr>
          <p:cNvPr id="1075" name="Google Shape;1075;p78"/>
          <p:cNvSpPr>
            <a:spLocks noGrp="1"/>
          </p:cNvSpPr>
          <p:nvPr>
            <p:ph type="pic" idx="9"/>
          </p:nvPr>
        </p:nvSpPr>
        <p:spPr>
          <a:xfrm>
            <a:off x="5536800" y="4365503"/>
            <a:ext cx="1870500" cy="1676100"/>
          </a:xfrm>
          <a:prstGeom prst="roundRect">
            <a:avLst>
              <a:gd name="adj" fmla="val 3781"/>
            </a:avLst>
          </a:prstGeom>
          <a:solidFill>
            <a:schemeClr val="accent5"/>
          </a:solidFill>
          <a:ln>
            <a:noFill/>
          </a:ln>
        </p:spPr>
      </p:sp>
      <p:sp>
        <p:nvSpPr>
          <p:cNvPr id="1076" name="Google Shape;1076;p78"/>
          <p:cNvSpPr/>
          <p:nvPr/>
        </p:nvSpPr>
        <p:spPr>
          <a:xfrm>
            <a:off x="5524500" y="7391370"/>
            <a:ext cx="1895100" cy="17004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24325" tIns="24325" rIns="24325" bIns="24325" anchor="ctr" anchorCtr="0">
            <a:noAutofit/>
          </a:bodyPr>
          <a:lstStyle/>
          <a:p>
            <a:pPr marL="0" marR="0" lvl="0" indent="0" algn="ctr" rtl="0">
              <a:lnSpc>
                <a:spcPct val="100000"/>
              </a:lnSpc>
              <a:spcBef>
                <a:spcPts val="0"/>
              </a:spcBef>
              <a:spcAft>
                <a:spcPts val="0"/>
              </a:spcAft>
              <a:buClr>
                <a:srgbClr val="000000"/>
              </a:buClr>
              <a:buSzPts val="372"/>
              <a:buFont typeface="Arial"/>
              <a:buNone/>
            </a:pPr>
            <a:endParaRPr sz="372" b="0" i="0" u="none" strike="noStrike" cap="none">
              <a:solidFill>
                <a:srgbClr val="000000"/>
              </a:solidFill>
              <a:latin typeface="Arial"/>
              <a:ea typeface="Arial"/>
              <a:cs typeface="Arial"/>
              <a:sym typeface="Arial"/>
            </a:endParaRPr>
          </a:p>
        </p:txBody>
      </p:sp>
      <p:sp>
        <p:nvSpPr>
          <p:cNvPr id="1077" name="Google Shape;1077;p78"/>
          <p:cNvSpPr>
            <a:spLocks noGrp="1"/>
          </p:cNvSpPr>
          <p:nvPr>
            <p:ph type="pic" idx="13"/>
          </p:nvPr>
        </p:nvSpPr>
        <p:spPr>
          <a:xfrm>
            <a:off x="5536800" y="7403540"/>
            <a:ext cx="1870500" cy="1676100"/>
          </a:xfrm>
          <a:prstGeom prst="roundRect">
            <a:avLst>
              <a:gd name="adj" fmla="val 3781"/>
            </a:avLst>
          </a:prstGeom>
          <a:solidFill>
            <a:schemeClr val="accent5"/>
          </a:solidFill>
          <a:ln>
            <a:noFill/>
          </a:ln>
        </p:spPr>
      </p:sp>
      <p:sp>
        <p:nvSpPr>
          <p:cNvPr id="1078" name="Google Shape;1078;p78"/>
          <p:cNvSpPr/>
          <p:nvPr/>
        </p:nvSpPr>
        <p:spPr>
          <a:xfrm>
            <a:off x="5524500" y="1638307"/>
            <a:ext cx="1895100" cy="17004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24325" tIns="24325" rIns="24325" bIns="24325" anchor="ctr" anchorCtr="0">
            <a:noAutofit/>
          </a:bodyPr>
          <a:lstStyle/>
          <a:p>
            <a:pPr marL="0" marR="0" lvl="0" indent="0" algn="ctr" rtl="0">
              <a:lnSpc>
                <a:spcPct val="100000"/>
              </a:lnSpc>
              <a:spcBef>
                <a:spcPts val="0"/>
              </a:spcBef>
              <a:spcAft>
                <a:spcPts val="0"/>
              </a:spcAft>
              <a:buClr>
                <a:srgbClr val="000000"/>
              </a:buClr>
              <a:buSzPts val="372"/>
              <a:buFont typeface="Arial"/>
              <a:buNone/>
            </a:pPr>
            <a:endParaRPr sz="372" b="0" i="0" u="none" strike="noStrike" cap="none">
              <a:solidFill>
                <a:srgbClr val="000000"/>
              </a:solidFill>
              <a:latin typeface="Arial"/>
              <a:ea typeface="Arial"/>
              <a:cs typeface="Arial"/>
              <a:sym typeface="Arial"/>
            </a:endParaRPr>
          </a:p>
        </p:txBody>
      </p:sp>
      <p:sp>
        <p:nvSpPr>
          <p:cNvPr id="1079" name="Google Shape;1079;p78"/>
          <p:cNvSpPr>
            <a:spLocks noGrp="1"/>
          </p:cNvSpPr>
          <p:nvPr>
            <p:ph type="pic" idx="14"/>
          </p:nvPr>
        </p:nvSpPr>
        <p:spPr>
          <a:xfrm>
            <a:off x="5536800" y="1650478"/>
            <a:ext cx="1870500" cy="1676100"/>
          </a:xfrm>
          <a:prstGeom prst="roundRect">
            <a:avLst>
              <a:gd name="adj" fmla="val 3781"/>
            </a:avLst>
          </a:prstGeom>
          <a:solidFill>
            <a:schemeClr val="accent5"/>
          </a:solid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04 - Speaker - 8 Speakers">
  <p:cSld name="104 - Speaker - 8 Speakers">
    <p:bg>
      <p:bgPr>
        <a:solidFill>
          <a:schemeClr val="dk2"/>
        </a:solidFill>
        <a:effectLst/>
      </p:bgPr>
    </p:bg>
    <p:spTree>
      <p:nvGrpSpPr>
        <p:cNvPr id="1" name="Shape 1080"/>
        <p:cNvGrpSpPr/>
        <p:nvPr/>
      </p:nvGrpSpPr>
      <p:grpSpPr>
        <a:xfrm>
          <a:off x="0" y="0"/>
          <a:ext cx="0" cy="0"/>
          <a:chOff x="0" y="0"/>
          <a:chExt cx="0" cy="0"/>
        </a:xfrm>
      </p:grpSpPr>
      <p:sp>
        <p:nvSpPr>
          <p:cNvPr id="1081" name="Google Shape;1081;p79"/>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3600" b="1" i="0" u="none" strike="noStrike" cap="none">
                <a:solidFill>
                  <a:schemeClr val="lt2"/>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2" name="Google Shape;1082;p79"/>
          <p:cNvSpPr txBox="1">
            <a:spLocks noGrp="1"/>
          </p:cNvSpPr>
          <p:nvPr>
            <p:ph type="body" idx="2"/>
          </p:nvPr>
        </p:nvSpPr>
        <p:spPr>
          <a:xfrm>
            <a:off x="575984" y="4573682"/>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3" name="Google Shape;1083;p79"/>
          <p:cNvSpPr txBox="1">
            <a:spLocks noGrp="1"/>
          </p:cNvSpPr>
          <p:nvPr>
            <p:ph type="body" idx="3"/>
          </p:nvPr>
        </p:nvSpPr>
        <p:spPr>
          <a:xfrm>
            <a:off x="575984" y="5154099"/>
            <a:ext cx="2767292" cy="33848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4" name="Google Shape;1084;p79"/>
          <p:cNvSpPr txBox="1">
            <a:spLocks noGrp="1"/>
          </p:cNvSpPr>
          <p:nvPr>
            <p:ph type="body" idx="4"/>
          </p:nvPr>
        </p:nvSpPr>
        <p:spPr>
          <a:xfrm>
            <a:off x="4879044" y="4573682"/>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5" name="Google Shape;1085;p79"/>
          <p:cNvSpPr txBox="1">
            <a:spLocks noGrp="1"/>
          </p:cNvSpPr>
          <p:nvPr>
            <p:ph type="body" idx="5"/>
          </p:nvPr>
        </p:nvSpPr>
        <p:spPr>
          <a:xfrm>
            <a:off x="4879042" y="5154099"/>
            <a:ext cx="2767292" cy="33848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6" name="Google Shape;1086;p79"/>
          <p:cNvSpPr txBox="1">
            <a:spLocks noGrp="1"/>
          </p:cNvSpPr>
          <p:nvPr>
            <p:ph type="body" idx="6"/>
          </p:nvPr>
        </p:nvSpPr>
        <p:spPr>
          <a:xfrm>
            <a:off x="9128314" y="4573682"/>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7" name="Google Shape;1087;p79"/>
          <p:cNvSpPr txBox="1">
            <a:spLocks noGrp="1"/>
          </p:cNvSpPr>
          <p:nvPr>
            <p:ph type="body" idx="7"/>
          </p:nvPr>
        </p:nvSpPr>
        <p:spPr>
          <a:xfrm>
            <a:off x="9128312" y="5154099"/>
            <a:ext cx="2767292" cy="33848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8" name="Google Shape;1088;p79"/>
          <p:cNvSpPr txBox="1">
            <a:spLocks noGrp="1"/>
          </p:cNvSpPr>
          <p:nvPr>
            <p:ph type="body" idx="8"/>
          </p:nvPr>
        </p:nvSpPr>
        <p:spPr>
          <a:xfrm>
            <a:off x="13431372" y="4573682"/>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89" name="Google Shape;1089;p79"/>
          <p:cNvSpPr txBox="1">
            <a:spLocks noGrp="1"/>
          </p:cNvSpPr>
          <p:nvPr>
            <p:ph type="body" idx="9"/>
          </p:nvPr>
        </p:nvSpPr>
        <p:spPr>
          <a:xfrm>
            <a:off x="13431372" y="5154099"/>
            <a:ext cx="2767292" cy="338482"/>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0" name="Google Shape;1090;p79"/>
          <p:cNvSpPr txBox="1">
            <a:spLocks noGrp="1"/>
          </p:cNvSpPr>
          <p:nvPr>
            <p:ph type="body" idx="13"/>
          </p:nvPr>
        </p:nvSpPr>
        <p:spPr>
          <a:xfrm>
            <a:off x="575984" y="8487038"/>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1" name="Google Shape;1091;p79"/>
          <p:cNvSpPr txBox="1">
            <a:spLocks noGrp="1"/>
          </p:cNvSpPr>
          <p:nvPr>
            <p:ph type="body" idx="14"/>
          </p:nvPr>
        </p:nvSpPr>
        <p:spPr>
          <a:xfrm>
            <a:off x="575984" y="9067455"/>
            <a:ext cx="2767200" cy="3384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2" name="Google Shape;1092;p79"/>
          <p:cNvSpPr txBox="1">
            <a:spLocks noGrp="1"/>
          </p:cNvSpPr>
          <p:nvPr>
            <p:ph type="body" idx="15"/>
          </p:nvPr>
        </p:nvSpPr>
        <p:spPr>
          <a:xfrm>
            <a:off x="4879044" y="8487038"/>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3" name="Google Shape;1093;p79"/>
          <p:cNvSpPr txBox="1">
            <a:spLocks noGrp="1"/>
          </p:cNvSpPr>
          <p:nvPr>
            <p:ph type="body" idx="16"/>
          </p:nvPr>
        </p:nvSpPr>
        <p:spPr>
          <a:xfrm>
            <a:off x="4879042" y="9067455"/>
            <a:ext cx="2767200" cy="3384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4" name="Google Shape;1094;p79"/>
          <p:cNvSpPr txBox="1">
            <a:spLocks noGrp="1"/>
          </p:cNvSpPr>
          <p:nvPr>
            <p:ph type="body" idx="17"/>
          </p:nvPr>
        </p:nvSpPr>
        <p:spPr>
          <a:xfrm>
            <a:off x="9128314" y="8487038"/>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5" name="Google Shape;1095;p79"/>
          <p:cNvSpPr txBox="1">
            <a:spLocks noGrp="1"/>
          </p:cNvSpPr>
          <p:nvPr>
            <p:ph type="body" idx="18"/>
          </p:nvPr>
        </p:nvSpPr>
        <p:spPr>
          <a:xfrm>
            <a:off x="9128312" y="9067455"/>
            <a:ext cx="2767200" cy="3384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6" name="Google Shape;1096;p79"/>
          <p:cNvSpPr txBox="1">
            <a:spLocks noGrp="1"/>
          </p:cNvSpPr>
          <p:nvPr>
            <p:ph type="body" idx="19"/>
          </p:nvPr>
        </p:nvSpPr>
        <p:spPr>
          <a:xfrm>
            <a:off x="13431372" y="8487038"/>
            <a:ext cx="2767292" cy="503916"/>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2"/>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7" name="Google Shape;1097;p79"/>
          <p:cNvSpPr txBox="1">
            <a:spLocks noGrp="1"/>
          </p:cNvSpPr>
          <p:nvPr>
            <p:ph type="body" idx="20"/>
          </p:nvPr>
        </p:nvSpPr>
        <p:spPr>
          <a:xfrm>
            <a:off x="13431372" y="9067455"/>
            <a:ext cx="2767200" cy="33840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098" name="Google Shape;1098;p79"/>
          <p:cNvSpPr txBox="1">
            <a:spLocks noGrp="1"/>
          </p:cNvSpPr>
          <p:nvPr>
            <p:ph type="body" idx="2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099" name="Google Shape;1099;p79"/>
          <p:cNvGrpSpPr/>
          <p:nvPr/>
        </p:nvGrpSpPr>
        <p:grpSpPr>
          <a:xfrm>
            <a:off x="-18288" y="9611418"/>
            <a:ext cx="18324576" cy="570251"/>
            <a:chOff x="-18288" y="9611418"/>
            <a:chExt cx="18324576" cy="570251"/>
          </a:xfrm>
        </p:grpSpPr>
        <p:sp>
          <p:nvSpPr>
            <p:cNvPr id="1100" name="Google Shape;1100;p79"/>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101" name="Google Shape;1101;p79"/>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102" name="Google Shape;1102;p79"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
        <p:nvSpPr>
          <p:cNvPr id="1103" name="Google Shape;1103;p79"/>
          <p:cNvSpPr/>
          <p:nvPr/>
        </p:nvSpPr>
        <p:spPr>
          <a:xfrm>
            <a:off x="4805250" y="2248450"/>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04" name="Google Shape;1104;p79"/>
          <p:cNvSpPr>
            <a:spLocks noGrp="1"/>
          </p:cNvSpPr>
          <p:nvPr>
            <p:ph type="pic" idx="22"/>
          </p:nvPr>
        </p:nvSpPr>
        <p:spPr>
          <a:xfrm>
            <a:off x="4824487" y="2264626"/>
            <a:ext cx="2925300" cy="2227800"/>
          </a:xfrm>
          <a:prstGeom prst="roundRect">
            <a:avLst>
              <a:gd name="adj" fmla="val 3781"/>
            </a:avLst>
          </a:prstGeom>
          <a:solidFill>
            <a:schemeClr val="accent5"/>
          </a:solidFill>
          <a:ln>
            <a:noFill/>
          </a:ln>
        </p:spPr>
      </p:sp>
      <p:sp>
        <p:nvSpPr>
          <p:cNvPr id="1105" name="Google Shape;1105;p79"/>
          <p:cNvSpPr/>
          <p:nvPr/>
        </p:nvSpPr>
        <p:spPr>
          <a:xfrm>
            <a:off x="9109025" y="2248450"/>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06" name="Google Shape;1106;p79"/>
          <p:cNvSpPr>
            <a:spLocks noGrp="1"/>
          </p:cNvSpPr>
          <p:nvPr>
            <p:ph type="pic" idx="23"/>
          </p:nvPr>
        </p:nvSpPr>
        <p:spPr>
          <a:xfrm>
            <a:off x="9128262" y="2264626"/>
            <a:ext cx="2925300" cy="2227800"/>
          </a:xfrm>
          <a:prstGeom prst="roundRect">
            <a:avLst>
              <a:gd name="adj" fmla="val 3781"/>
            </a:avLst>
          </a:prstGeom>
          <a:solidFill>
            <a:schemeClr val="accent5"/>
          </a:solidFill>
          <a:ln>
            <a:noFill/>
          </a:ln>
        </p:spPr>
      </p:sp>
      <p:sp>
        <p:nvSpPr>
          <p:cNvPr id="1107" name="Google Shape;1107;p79"/>
          <p:cNvSpPr/>
          <p:nvPr/>
        </p:nvSpPr>
        <p:spPr>
          <a:xfrm>
            <a:off x="13332975" y="2248450"/>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08" name="Google Shape;1108;p79"/>
          <p:cNvSpPr>
            <a:spLocks noGrp="1"/>
          </p:cNvSpPr>
          <p:nvPr>
            <p:ph type="pic" idx="24"/>
          </p:nvPr>
        </p:nvSpPr>
        <p:spPr>
          <a:xfrm>
            <a:off x="13352212" y="2264626"/>
            <a:ext cx="2925300" cy="2227800"/>
          </a:xfrm>
          <a:prstGeom prst="roundRect">
            <a:avLst>
              <a:gd name="adj" fmla="val 3781"/>
            </a:avLst>
          </a:prstGeom>
          <a:solidFill>
            <a:schemeClr val="accent5"/>
          </a:solidFill>
          <a:ln>
            <a:noFill/>
          </a:ln>
        </p:spPr>
      </p:sp>
      <p:sp>
        <p:nvSpPr>
          <p:cNvPr id="1109" name="Google Shape;1109;p79"/>
          <p:cNvSpPr/>
          <p:nvPr/>
        </p:nvSpPr>
        <p:spPr>
          <a:xfrm>
            <a:off x="520950" y="6110325"/>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10" name="Google Shape;1110;p79"/>
          <p:cNvSpPr>
            <a:spLocks noGrp="1"/>
          </p:cNvSpPr>
          <p:nvPr>
            <p:ph type="pic" idx="25"/>
          </p:nvPr>
        </p:nvSpPr>
        <p:spPr>
          <a:xfrm>
            <a:off x="540187" y="6126501"/>
            <a:ext cx="2925300" cy="2227800"/>
          </a:xfrm>
          <a:prstGeom prst="roundRect">
            <a:avLst>
              <a:gd name="adj" fmla="val 3781"/>
            </a:avLst>
          </a:prstGeom>
          <a:solidFill>
            <a:schemeClr val="accent5"/>
          </a:solidFill>
          <a:ln>
            <a:noFill/>
          </a:ln>
        </p:spPr>
      </p:sp>
      <p:sp>
        <p:nvSpPr>
          <p:cNvPr id="1111" name="Google Shape;1111;p79"/>
          <p:cNvSpPr/>
          <p:nvPr/>
        </p:nvSpPr>
        <p:spPr>
          <a:xfrm>
            <a:off x="4805250" y="6110325"/>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12" name="Google Shape;1112;p79"/>
          <p:cNvSpPr>
            <a:spLocks noGrp="1"/>
          </p:cNvSpPr>
          <p:nvPr>
            <p:ph type="pic" idx="26"/>
          </p:nvPr>
        </p:nvSpPr>
        <p:spPr>
          <a:xfrm>
            <a:off x="4824487" y="6126501"/>
            <a:ext cx="2925300" cy="2227800"/>
          </a:xfrm>
          <a:prstGeom prst="roundRect">
            <a:avLst>
              <a:gd name="adj" fmla="val 3781"/>
            </a:avLst>
          </a:prstGeom>
          <a:solidFill>
            <a:schemeClr val="accent5"/>
          </a:solidFill>
          <a:ln>
            <a:noFill/>
          </a:ln>
        </p:spPr>
      </p:sp>
      <p:sp>
        <p:nvSpPr>
          <p:cNvPr id="1113" name="Google Shape;1113;p79"/>
          <p:cNvSpPr/>
          <p:nvPr/>
        </p:nvSpPr>
        <p:spPr>
          <a:xfrm>
            <a:off x="9109025" y="6110325"/>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14" name="Google Shape;1114;p79"/>
          <p:cNvSpPr>
            <a:spLocks noGrp="1"/>
          </p:cNvSpPr>
          <p:nvPr>
            <p:ph type="pic" idx="27"/>
          </p:nvPr>
        </p:nvSpPr>
        <p:spPr>
          <a:xfrm>
            <a:off x="9128262" y="6126501"/>
            <a:ext cx="2925300" cy="2227800"/>
          </a:xfrm>
          <a:prstGeom prst="roundRect">
            <a:avLst>
              <a:gd name="adj" fmla="val 3781"/>
            </a:avLst>
          </a:prstGeom>
          <a:solidFill>
            <a:schemeClr val="accent5"/>
          </a:solidFill>
          <a:ln>
            <a:noFill/>
          </a:ln>
        </p:spPr>
      </p:sp>
      <p:sp>
        <p:nvSpPr>
          <p:cNvPr id="1115" name="Google Shape;1115;p79"/>
          <p:cNvSpPr/>
          <p:nvPr/>
        </p:nvSpPr>
        <p:spPr>
          <a:xfrm>
            <a:off x="13332975" y="6110325"/>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16" name="Google Shape;1116;p79"/>
          <p:cNvSpPr>
            <a:spLocks noGrp="1"/>
          </p:cNvSpPr>
          <p:nvPr>
            <p:ph type="pic" idx="28"/>
          </p:nvPr>
        </p:nvSpPr>
        <p:spPr>
          <a:xfrm>
            <a:off x="13352212" y="6126501"/>
            <a:ext cx="2925300" cy="2227800"/>
          </a:xfrm>
          <a:prstGeom prst="roundRect">
            <a:avLst>
              <a:gd name="adj" fmla="val 3781"/>
            </a:avLst>
          </a:prstGeom>
          <a:solidFill>
            <a:schemeClr val="accent5"/>
          </a:solidFill>
          <a:ln>
            <a:noFill/>
          </a:ln>
        </p:spPr>
      </p:sp>
      <p:sp>
        <p:nvSpPr>
          <p:cNvPr id="1117" name="Google Shape;1117;p79"/>
          <p:cNvSpPr/>
          <p:nvPr/>
        </p:nvSpPr>
        <p:spPr>
          <a:xfrm>
            <a:off x="576075" y="2248450"/>
            <a:ext cx="2964000" cy="2259900"/>
          </a:xfrm>
          <a:prstGeom prst="roundRect">
            <a:avLst>
              <a:gd name="adj" fmla="val 4308"/>
            </a:avLst>
          </a:prstGeom>
          <a:gradFill>
            <a:gsLst>
              <a:gs pos="0">
                <a:schemeClr val="accent3"/>
              </a:gs>
              <a:gs pos="100000">
                <a:schemeClr val="accent2"/>
              </a:gs>
            </a:gsLst>
            <a:lin ang="5400012" scaled="0"/>
          </a:gradFill>
          <a:ln w="9525" cap="flat" cmpd="sng">
            <a:solidFill>
              <a:schemeClr val="dk2"/>
            </a:solidFill>
            <a:prstDash val="solid"/>
            <a:round/>
            <a:headEnd type="none" w="sm" len="sm"/>
            <a:tailEnd type="none" w="sm" len="sm"/>
          </a:ln>
        </p:spPr>
        <p:txBody>
          <a:bodyPr spcFirstLastPara="1" wrap="square" lIns="36275" tIns="36275" rIns="36275" bIns="36275" anchor="ctr" anchorCtr="0">
            <a:noAutofit/>
          </a:bodyPr>
          <a:lstStyle/>
          <a:p>
            <a:pPr marL="0" marR="0" lvl="0" indent="0" algn="ctr" rtl="0">
              <a:lnSpc>
                <a:spcPct val="100000"/>
              </a:lnSpc>
              <a:spcBef>
                <a:spcPts val="0"/>
              </a:spcBef>
              <a:spcAft>
                <a:spcPts val="0"/>
              </a:spcAft>
              <a:buClr>
                <a:srgbClr val="000000"/>
              </a:buClr>
              <a:buSzPts val="555"/>
              <a:buFont typeface="Arial"/>
              <a:buNone/>
            </a:pPr>
            <a:endParaRPr sz="555" b="0" i="0" u="none" strike="noStrike" cap="none">
              <a:solidFill>
                <a:srgbClr val="000000"/>
              </a:solidFill>
              <a:latin typeface="Arial"/>
              <a:ea typeface="Arial"/>
              <a:cs typeface="Arial"/>
              <a:sym typeface="Arial"/>
            </a:endParaRPr>
          </a:p>
        </p:txBody>
      </p:sp>
      <p:sp>
        <p:nvSpPr>
          <p:cNvPr id="1118" name="Google Shape;1118;p79"/>
          <p:cNvSpPr>
            <a:spLocks noGrp="1"/>
          </p:cNvSpPr>
          <p:nvPr>
            <p:ph type="pic" idx="29"/>
          </p:nvPr>
        </p:nvSpPr>
        <p:spPr>
          <a:xfrm>
            <a:off x="595312" y="2264626"/>
            <a:ext cx="2925300" cy="2227800"/>
          </a:xfrm>
          <a:prstGeom prst="roundRect">
            <a:avLst>
              <a:gd name="adj" fmla="val 3781"/>
            </a:avLst>
          </a:prstGeom>
          <a:solidFill>
            <a:schemeClr val="accent5"/>
          </a:solid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105 - Speaker - 3 Speakers No Image">
  <p:cSld name="105 - Speaker - 3 Speakers No Image">
    <p:bg>
      <p:bgPr>
        <a:solidFill>
          <a:schemeClr val="dk2"/>
        </a:solidFill>
        <a:effectLst/>
      </p:bgPr>
    </p:bg>
    <p:spTree>
      <p:nvGrpSpPr>
        <p:cNvPr id="1" name="Shape 1119"/>
        <p:cNvGrpSpPr/>
        <p:nvPr/>
      </p:nvGrpSpPr>
      <p:grpSpPr>
        <a:xfrm>
          <a:off x="0" y="0"/>
          <a:ext cx="0" cy="0"/>
          <a:chOff x="0" y="0"/>
          <a:chExt cx="0" cy="0"/>
        </a:xfrm>
      </p:grpSpPr>
      <p:sp>
        <p:nvSpPr>
          <p:cNvPr id="1120" name="Google Shape;1120;p80"/>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lvl1pPr marL="457200" marR="0" lvl="0" indent="-228600" algn="l" rtl="0">
              <a:lnSpc>
                <a:spcPct val="100000"/>
              </a:lnSpc>
              <a:spcBef>
                <a:spcPts val="0"/>
              </a:spcBef>
              <a:spcAft>
                <a:spcPts val="0"/>
              </a:spcAft>
              <a:buClr>
                <a:srgbClr val="000000"/>
              </a:buClr>
              <a:buSzPts val="2200"/>
              <a:buFont typeface="Arial"/>
              <a:buNone/>
              <a:defRPr sz="2600" b="0" i="0" u="none" strike="noStrike" cap="none">
                <a:solidFill>
                  <a:schemeClr val="accent5"/>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21" name="Google Shape;1121;p80"/>
          <p:cNvSpPr txBox="1">
            <a:spLocks noGrp="1"/>
          </p:cNvSpPr>
          <p:nvPr>
            <p:ph type="body" idx="2"/>
          </p:nvPr>
        </p:nvSpPr>
        <p:spPr>
          <a:xfrm>
            <a:off x="623930" y="7040288"/>
            <a:ext cx="3912016" cy="2091180"/>
          </a:xfrm>
          <a:prstGeom prst="rect">
            <a:avLst/>
          </a:prstGeom>
          <a:noFill/>
          <a:ln>
            <a:noFill/>
          </a:ln>
        </p:spPr>
        <p:txBody>
          <a:bodyPr spcFirstLastPara="1" wrap="square" lIns="0" tIns="45700" rIns="0" bIns="45700" anchor="b" anchorCtr="0">
            <a:noAutofit/>
          </a:bodyPr>
          <a:lstStyle>
            <a:lvl1pPr marL="457200" marR="0" lvl="0" indent="-228600" algn="l" rtl="0">
              <a:lnSpc>
                <a:spcPct val="100000"/>
              </a:lnSpc>
              <a:spcBef>
                <a:spcPts val="0"/>
              </a:spcBef>
              <a:spcAft>
                <a:spcPts val="0"/>
              </a:spcAft>
              <a:buClr>
                <a:schemeClr val="lt1"/>
              </a:buClr>
              <a:buSzPts val="2240"/>
              <a:buFont typeface="Arial"/>
              <a:buNone/>
              <a:defRPr sz="75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3pPr>
            <a:lvl4pPr marL="1828800" marR="0" lvl="3" indent="-342900" algn="l" rtl="0">
              <a:lnSpc>
                <a:spcPct val="100000"/>
              </a:lnSpc>
              <a:spcBef>
                <a:spcPts val="600"/>
              </a:spcBef>
              <a:spcAft>
                <a:spcPts val="0"/>
              </a:spcAft>
              <a:buClr>
                <a:schemeClr val="lt1"/>
              </a:buClr>
              <a:buSzPts val="1800"/>
              <a:buFont typeface="Arial"/>
              <a:buChar char="&gt;"/>
              <a:defRPr sz="1400" b="0" i="0" u="none" strike="noStrike" cap="none">
                <a:solidFill>
                  <a:schemeClr val="lt1"/>
                </a:solidFill>
                <a:latin typeface="Arial"/>
                <a:ea typeface="Arial"/>
                <a:cs typeface="Arial"/>
                <a:sym typeface="Arial"/>
              </a:defRPr>
            </a:lvl4pPr>
            <a:lvl5pPr marL="2286000" marR="0" lvl="4" indent="-342900" algn="l" rtl="0">
              <a:lnSpc>
                <a:spcPct val="100000"/>
              </a:lnSpc>
              <a:spcBef>
                <a:spcPts val="600"/>
              </a:spcBef>
              <a:spcAft>
                <a:spcPts val="0"/>
              </a:spcAft>
              <a:buClr>
                <a:schemeClr val="lt1"/>
              </a:buClr>
              <a:buSzPts val="1800"/>
              <a:buFont typeface="Arial"/>
              <a:buChar char="o"/>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6pPr>
            <a:lvl7pPr marL="3200400" marR="0" lvl="6"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7pPr>
            <a:lvl8pPr marL="3657600" marR="0" lvl="7"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8pPr>
            <a:lvl9pPr marL="4114800" marR="0" lvl="8"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9pPr>
          </a:lstStyle>
          <a:p>
            <a:endParaRPr/>
          </a:p>
        </p:txBody>
      </p:sp>
      <p:cxnSp>
        <p:nvCxnSpPr>
          <p:cNvPr id="1122" name="Google Shape;1122;p80"/>
          <p:cNvCxnSpPr/>
          <p:nvPr/>
        </p:nvCxnSpPr>
        <p:spPr>
          <a:xfrm>
            <a:off x="7734303" y="6430360"/>
            <a:ext cx="9970230" cy="0"/>
          </a:xfrm>
          <a:prstGeom prst="straightConnector1">
            <a:avLst/>
          </a:prstGeom>
          <a:noFill/>
          <a:ln w="12700" cap="flat" cmpd="sng">
            <a:solidFill>
              <a:schemeClr val="accent6"/>
            </a:solidFill>
            <a:prstDash val="solid"/>
            <a:miter lim="80"/>
            <a:headEnd type="none" w="sm" len="sm"/>
            <a:tailEnd type="none" w="sm" len="sm"/>
          </a:ln>
        </p:spPr>
      </p:cxnSp>
      <p:cxnSp>
        <p:nvCxnSpPr>
          <p:cNvPr id="1123" name="Google Shape;1123;p80"/>
          <p:cNvCxnSpPr/>
          <p:nvPr/>
        </p:nvCxnSpPr>
        <p:spPr>
          <a:xfrm>
            <a:off x="7734303" y="4108502"/>
            <a:ext cx="9970230" cy="0"/>
          </a:xfrm>
          <a:prstGeom prst="straightConnector1">
            <a:avLst/>
          </a:prstGeom>
          <a:noFill/>
          <a:ln w="12700" cap="flat" cmpd="sng">
            <a:solidFill>
              <a:schemeClr val="accent6"/>
            </a:solidFill>
            <a:prstDash val="solid"/>
            <a:miter lim="80"/>
            <a:headEnd type="none" w="sm" len="sm"/>
            <a:tailEnd type="none" w="sm" len="sm"/>
          </a:ln>
        </p:spPr>
      </p:cxnSp>
      <p:sp>
        <p:nvSpPr>
          <p:cNvPr id="1124" name="Google Shape;1124;p80"/>
          <p:cNvSpPr txBox="1">
            <a:spLocks noGrp="1"/>
          </p:cNvSpPr>
          <p:nvPr>
            <p:ph type="body" idx="3"/>
          </p:nvPr>
        </p:nvSpPr>
        <p:spPr>
          <a:xfrm>
            <a:off x="7734303" y="2255396"/>
            <a:ext cx="9929770"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25" name="Google Shape;1125;p80"/>
          <p:cNvSpPr txBox="1">
            <a:spLocks noGrp="1"/>
          </p:cNvSpPr>
          <p:nvPr>
            <p:ph type="body" idx="4"/>
          </p:nvPr>
        </p:nvSpPr>
        <p:spPr>
          <a:xfrm>
            <a:off x="7734303" y="2725441"/>
            <a:ext cx="9929770"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26" name="Google Shape;1126;p80"/>
          <p:cNvSpPr txBox="1">
            <a:spLocks noGrp="1"/>
          </p:cNvSpPr>
          <p:nvPr>
            <p:ph type="body" idx="5"/>
          </p:nvPr>
        </p:nvSpPr>
        <p:spPr>
          <a:xfrm>
            <a:off x="7734303" y="4595184"/>
            <a:ext cx="9929770"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27" name="Google Shape;1127;p80"/>
          <p:cNvSpPr txBox="1">
            <a:spLocks noGrp="1"/>
          </p:cNvSpPr>
          <p:nvPr>
            <p:ph type="body" idx="6"/>
          </p:nvPr>
        </p:nvSpPr>
        <p:spPr>
          <a:xfrm>
            <a:off x="7734303" y="5065229"/>
            <a:ext cx="9929770"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28" name="Google Shape;1128;p80"/>
          <p:cNvSpPr txBox="1">
            <a:spLocks noGrp="1"/>
          </p:cNvSpPr>
          <p:nvPr>
            <p:ph type="body" idx="7"/>
          </p:nvPr>
        </p:nvSpPr>
        <p:spPr>
          <a:xfrm>
            <a:off x="7734303" y="6908078"/>
            <a:ext cx="9929770" cy="44018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1"/>
              </a:buClr>
              <a:buSzPts val="2240"/>
              <a:buFont typeface="Arial"/>
              <a:buNone/>
              <a:defRPr sz="26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129" name="Google Shape;1129;p80"/>
          <p:cNvSpPr txBox="1">
            <a:spLocks noGrp="1"/>
          </p:cNvSpPr>
          <p:nvPr>
            <p:ph type="body" idx="8"/>
          </p:nvPr>
        </p:nvSpPr>
        <p:spPr>
          <a:xfrm>
            <a:off x="7734303" y="7378123"/>
            <a:ext cx="9929770" cy="874750"/>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rgbClr val="000000"/>
              </a:buClr>
              <a:buSzPts val="2200"/>
              <a:buFont typeface="Arial"/>
              <a:buNone/>
              <a:defRPr sz="1800" b="0" i="0" u="none" strike="noStrike" cap="none">
                <a:solidFill>
                  <a:schemeClr val="lt1"/>
                </a:solidFill>
                <a:latin typeface="Arial"/>
                <a:ea typeface="Arial"/>
                <a:cs typeface="Arial"/>
                <a:sym typeface="Arial"/>
              </a:defRPr>
            </a:lvl1pPr>
            <a:lvl2pPr marL="914400" marR="0" lvl="1" indent="-228600" algn="l" rtl="0">
              <a:lnSpc>
                <a:spcPct val="100000"/>
              </a:lnSpc>
              <a:spcBef>
                <a:spcPts val="600"/>
              </a:spcBef>
              <a:spcAft>
                <a:spcPts val="0"/>
              </a:spcAft>
              <a:buClr>
                <a:srgbClr val="000000"/>
              </a:buClr>
              <a:buSzPts val="2000"/>
              <a:buFont typeface="Arial"/>
              <a:buNone/>
              <a:defRPr sz="1400" b="0" i="0" u="none" strike="noStrike" cap="none">
                <a:solidFill>
                  <a:schemeClr val="lt1"/>
                </a:solidFill>
                <a:latin typeface="Arial"/>
                <a:ea typeface="Arial"/>
                <a:cs typeface="Arial"/>
                <a:sym typeface="Arial"/>
              </a:defRPr>
            </a:lvl2pPr>
            <a:lvl3pPr marL="1371600" marR="0" lvl="2" indent="-228600" algn="l" rtl="0">
              <a:lnSpc>
                <a:spcPct val="100000"/>
              </a:lnSpc>
              <a:spcBef>
                <a:spcPts val="600"/>
              </a:spcBef>
              <a:spcAft>
                <a:spcPts val="0"/>
              </a:spcAft>
              <a:buClr>
                <a:srgbClr val="000000"/>
              </a:buClr>
              <a:buSzPts val="1800"/>
              <a:buFont typeface="Arial"/>
              <a:buNone/>
              <a:defRPr sz="1400" b="0" i="0" u="none" strike="noStrike" cap="none">
                <a:solidFill>
                  <a:schemeClr val="lt1"/>
                </a:solidFill>
                <a:latin typeface="Arial"/>
                <a:ea typeface="Arial"/>
                <a:cs typeface="Arial"/>
                <a:sym typeface="Arial"/>
              </a:defRPr>
            </a:lvl3pPr>
            <a:lvl4pPr marL="1828800" marR="0" lvl="3" indent="-228600" algn="l" rtl="0">
              <a:lnSpc>
                <a:spcPct val="100000"/>
              </a:lnSpc>
              <a:spcBef>
                <a:spcPts val="600"/>
              </a:spcBef>
              <a:spcAft>
                <a:spcPts val="0"/>
              </a:spcAft>
              <a:buClr>
                <a:srgbClr val="000000"/>
              </a:buClr>
              <a:buSzPts val="1600"/>
              <a:buFont typeface="Arial"/>
              <a:buNone/>
              <a:defRPr sz="1400" b="0" i="0" u="none" strike="noStrike" cap="none">
                <a:solidFill>
                  <a:schemeClr val="lt1"/>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5pPr>
            <a:lvl6pPr marL="2743200" marR="0" lvl="5"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6pPr>
            <a:lvl7pPr marL="3200400" marR="0" lvl="6"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7pPr>
            <a:lvl8pPr marL="3657600" marR="0" lvl="7"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8pPr>
            <a:lvl9pPr marL="4114800" marR="0" lvl="8" indent="-400050" algn="l" rtl="0">
              <a:lnSpc>
                <a:spcPct val="90000"/>
              </a:lnSpc>
              <a:spcBef>
                <a:spcPts val="750"/>
              </a:spcBef>
              <a:spcAft>
                <a:spcPts val="0"/>
              </a:spcAft>
              <a:buClr>
                <a:schemeClr val="dk1"/>
              </a:buClr>
              <a:buSzPts val="2700"/>
              <a:buFont typeface="Arial"/>
              <a:buChar char="•"/>
              <a:defRPr sz="1400" b="0" i="0" u="none" strike="noStrike" cap="none">
                <a:solidFill>
                  <a:srgbClr val="000000"/>
                </a:solidFill>
                <a:latin typeface="Arial"/>
                <a:ea typeface="Arial"/>
                <a:cs typeface="Arial"/>
                <a:sym typeface="Arial"/>
              </a:defRPr>
            </a:lvl9pPr>
          </a:lstStyle>
          <a:p>
            <a:endParaRPr/>
          </a:p>
        </p:txBody>
      </p:sp>
      <p:grpSp>
        <p:nvGrpSpPr>
          <p:cNvPr id="1130" name="Google Shape;1130;p80"/>
          <p:cNvGrpSpPr/>
          <p:nvPr/>
        </p:nvGrpSpPr>
        <p:grpSpPr>
          <a:xfrm>
            <a:off x="-18288" y="9611418"/>
            <a:ext cx="18324576" cy="570251"/>
            <a:chOff x="-18288" y="9611418"/>
            <a:chExt cx="18324576" cy="570251"/>
          </a:xfrm>
        </p:grpSpPr>
        <p:sp>
          <p:nvSpPr>
            <p:cNvPr id="1131" name="Google Shape;1131;p80"/>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132" name="Google Shape;1132;p80"/>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133" name="Google Shape;1133;p80"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20 - Brand Assets">
  <p:cSld name="120 - Brand Assets">
    <p:bg>
      <p:bgPr>
        <a:solidFill>
          <a:schemeClr val="accent5"/>
        </a:solidFill>
        <a:effectLst/>
      </p:bgPr>
    </p:bg>
    <p:spTree>
      <p:nvGrpSpPr>
        <p:cNvPr id="1" name="Shape 1134"/>
        <p:cNvGrpSpPr/>
        <p:nvPr/>
      </p:nvGrpSpPr>
      <p:grpSpPr>
        <a:xfrm>
          <a:off x="0" y="0"/>
          <a:ext cx="0" cy="0"/>
          <a:chOff x="0" y="0"/>
          <a:chExt cx="0" cy="0"/>
        </a:xfrm>
      </p:grpSpPr>
      <p:grpSp>
        <p:nvGrpSpPr>
          <p:cNvPr id="1135" name="Google Shape;1135;p81"/>
          <p:cNvGrpSpPr/>
          <p:nvPr/>
        </p:nvGrpSpPr>
        <p:grpSpPr>
          <a:xfrm>
            <a:off x="-18288" y="9611418"/>
            <a:ext cx="18324576" cy="570251"/>
            <a:chOff x="-18288" y="9611418"/>
            <a:chExt cx="18324576" cy="570251"/>
          </a:xfrm>
        </p:grpSpPr>
        <p:sp>
          <p:nvSpPr>
            <p:cNvPr id="1136" name="Google Shape;1136;p81"/>
            <p:cNvSpPr/>
            <p:nvPr/>
          </p:nvSpPr>
          <p:spPr>
            <a:xfrm>
              <a:off x="13655325" y="9895900"/>
              <a:ext cx="4056600" cy="2037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1100"/>
                <a:buFont typeface="Arial"/>
                <a:buNone/>
              </a:pPr>
              <a:r>
                <a:rPr lang="en-US" sz="1100" b="0" i="0" u="none" strike="noStrike" cap="none">
                  <a:solidFill>
                    <a:srgbClr val="FFFFFF"/>
                  </a:solidFill>
                  <a:latin typeface="Arial"/>
                  <a:ea typeface="Arial"/>
                  <a:cs typeface="Arial"/>
                  <a:sym typeface="Arial"/>
                </a:rPr>
                <a:t>SentinelOne, Inc. Confidential and Proprietary Information</a:t>
              </a:r>
              <a:endParaRPr sz="1100" b="0" i="0" u="none" strike="noStrike" cap="none">
                <a:solidFill>
                  <a:srgbClr val="FFFFFF"/>
                </a:solidFill>
                <a:latin typeface="Arial"/>
                <a:ea typeface="Arial"/>
                <a:cs typeface="Arial"/>
                <a:sym typeface="Arial"/>
              </a:endParaRPr>
            </a:p>
            <a:p>
              <a:pPr marL="0" marR="0" lvl="0" indent="0" algn="l" rtl="0">
                <a:lnSpc>
                  <a:spcPct val="100000"/>
                </a:lnSpc>
                <a:spcBef>
                  <a:spcPts val="0"/>
                </a:spcBef>
                <a:spcAft>
                  <a:spcPts val="0"/>
                </a:spcAft>
                <a:buClr>
                  <a:schemeClr val="accent3"/>
                </a:buClr>
                <a:buSzPts val="1125"/>
                <a:buFont typeface="Arial"/>
                <a:buNone/>
              </a:pPr>
              <a:endParaRPr sz="1326" b="0" i="0" u="none" strike="noStrike" cap="none">
                <a:solidFill>
                  <a:srgbClr val="FFFFFF"/>
                </a:solidFill>
                <a:latin typeface="Arial"/>
                <a:ea typeface="Arial"/>
                <a:cs typeface="Arial"/>
                <a:sym typeface="Arial"/>
              </a:endParaRPr>
            </a:p>
          </p:txBody>
        </p:sp>
        <p:pic>
          <p:nvPicPr>
            <p:cNvPr id="1137" name="Google Shape;1137;p81"/>
            <p:cNvPicPr preferRelativeResize="0"/>
            <p:nvPr/>
          </p:nvPicPr>
          <p:blipFill rotWithShape="1">
            <a:blip r:embed="rId2">
              <a:alphaModFix/>
            </a:blip>
            <a:srcRect t="40" r="862" b="20"/>
            <a:stretch/>
          </p:blipFill>
          <p:spPr>
            <a:xfrm>
              <a:off x="-18288" y="9611418"/>
              <a:ext cx="18324576" cy="22300"/>
            </a:xfrm>
            <a:prstGeom prst="rect">
              <a:avLst/>
            </a:prstGeom>
            <a:noFill/>
            <a:ln>
              <a:noFill/>
            </a:ln>
          </p:spPr>
        </p:pic>
        <p:pic>
          <p:nvPicPr>
            <p:cNvPr id="1138" name="Google Shape;1138;p81" title="OneCon_Logo.png"/>
            <p:cNvPicPr preferRelativeResize="0"/>
            <p:nvPr/>
          </p:nvPicPr>
          <p:blipFill rotWithShape="1">
            <a:blip r:embed="rId3">
              <a:alphaModFix/>
            </a:blip>
            <a:srcRect t="33983" b="30581"/>
            <a:stretch/>
          </p:blipFill>
          <p:spPr>
            <a:xfrm>
              <a:off x="576075" y="9781544"/>
              <a:ext cx="1317313" cy="400125"/>
            </a:xfrm>
            <a:prstGeom prst="rect">
              <a:avLst/>
            </a:prstGeom>
            <a:noFill/>
            <a:ln>
              <a:noFill/>
            </a:ln>
          </p:spPr>
        </p:pic>
      </p:gr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07 - Divider Slide - Agenda Dark">
  <p:cSld name="07 - Divider Slide - Agenda Dark">
    <p:bg>
      <p:bgPr>
        <a:blipFill>
          <a:blip r:embed="rId2">
            <a:alphaModFix/>
          </a:blip>
          <a:stretch>
            <a:fillRect/>
          </a:stretch>
        </a:blipFill>
        <a:effectLst/>
      </p:bgPr>
    </p:bg>
    <p:spTree>
      <p:nvGrpSpPr>
        <p:cNvPr id="1" name="Shape 35"/>
        <p:cNvGrpSpPr/>
        <p:nvPr/>
      </p:nvGrpSpPr>
      <p:grpSpPr>
        <a:xfrm>
          <a:off x="0" y="0"/>
          <a:ext cx="0" cy="0"/>
          <a:chOff x="0" y="0"/>
          <a:chExt cx="0" cy="0"/>
        </a:xfrm>
      </p:grpSpPr>
      <p:pic>
        <p:nvPicPr>
          <p:cNvPr id="36" name="Google Shape;36;p6" title="OneCon26_Hero_BG_01.png"/>
          <p:cNvPicPr preferRelativeResize="0"/>
          <p:nvPr/>
        </p:nvPicPr>
        <p:blipFill rotWithShape="1">
          <a:blip r:embed="rId3">
            <a:alphaModFix/>
          </a:blip>
          <a:srcRect t="15673" b="15673"/>
          <a:stretch/>
        </p:blipFill>
        <p:spPr>
          <a:xfrm flipH="1">
            <a:off x="0" y="0"/>
            <a:ext cx="18288000" cy="10287000"/>
          </a:xfrm>
          <a:prstGeom prst="rect">
            <a:avLst/>
          </a:prstGeom>
          <a:noFill/>
          <a:ln>
            <a:noFill/>
          </a:ln>
        </p:spPr>
      </p:pic>
      <p:pic>
        <p:nvPicPr>
          <p:cNvPr id="37" name="Google Shape;37;p6" title="Template_Background_02.jpg"/>
          <p:cNvPicPr preferRelativeResize="0"/>
          <p:nvPr/>
        </p:nvPicPr>
        <p:blipFill rotWithShape="1">
          <a:blip r:embed="rId2">
            <a:alphaModFix/>
          </a:blip>
          <a:srcRect l="13152" r="7953" b="21105"/>
          <a:stretch/>
        </p:blipFill>
        <p:spPr>
          <a:xfrm rot="10800000">
            <a:off x="0" y="0"/>
            <a:ext cx="18288000" cy="10287000"/>
          </a:xfrm>
          <a:prstGeom prst="rect">
            <a:avLst/>
          </a:prstGeom>
          <a:noFill/>
          <a:ln>
            <a:noFill/>
          </a:ln>
        </p:spPr>
      </p:pic>
      <p:sp>
        <p:nvSpPr>
          <p:cNvPr id="38" name="Google Shape;38;p6"/>
          <p:cNvSpPr/>
          <p:nvPr/>
        </p:nvSpPr>
        <p:spPr>
          <a:xfrm rot="10800000" flipH="1">
            <a:off x="-1" y="4"/>
            <a:ext cx="17754600" cy="9753600"/>
          </a:xfrm>
          <a:prstGeom prst="round1Rect">
            <a:avLst>
              <a:gd name="adj" fmla="val 2300"/>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accent2"/>
              </a:solidFill>
              <a:latin typeface="Arial"/>
              <a:ea typeface="Arial"/>
              <a:cs typeface="Arial"/>
              <a:sym typeface="Arial"/>
            </a:endParaRPr>
          </a:p>
        </p:txBody>
      </p:sp>
      <p:sp>
        <p:nvSpPr>
          <p:cNvPr id="39" name="Google Shape;39;p6"/>
          <p:cNvSpPr txBox="1">
            <a:spLocks noGrp="1"/>
          </p:cNvSpPr>
          <p:nvPr>
            <p:ph type="body" idx="1"/>
          </p:nvPr>
        </p:nvSpPr>
        <p:spPr>
          <a:xfrm>
            <a:off x="571503" y="3506493"/>
            <a:ext cx="588706" cy="434247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accent3"/>
              </a:buClr>
              <a:buSzPts val="2240"/>
              <a:buFont typeface="Arial"/>
              <a:buNone/>
              <a:defRPr sz="2400" b="1" i="0" u="none" strike="noStrike" cap="none">
                <a:solidFill>
                  <a:schemeClr val="accent3"/>
                </a:solidFill>
                <a:latin typeface="Arial"/>
                <a:ea typeface="Arial"/>
                <a:cs typeface="Arial"/>
                <a:sym typeface="Arial"/>
              </a:defRPr>
            </a:lvl1pPr>
            <a:lvl2pPr marL="914400" marR="0" lvl="1"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100000"/>
              </a:lnSpc>
              <a:spcBef>
                <a:spcPts val="600"/>
              </a:spcBef>
              <a:spcAft>
                <a:spcPts val="0"/>
              </a:spcAft>
              <a:buClr>
                <a:srgbClr val="000000"/>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100000"/>
              </a:lnSpc>
              <a:spcBef>
                <a:spcPts val="600"/>
              </a:spcBef>
              <a:spcAft>
                <a:spcPts val="0"/>
              </a:spcAft>
              <a:buClr>
                <a:srgbClr val="000000"/>
              </a:buClr>
              <a:buSzPts val="1800"/>
              <a:buFont typeface="Arial"/>
              <a:buChar char="&gt;"/>
              <a:defRPr sz="1400" b="0" i="0" u="none" strike="noStrike" cap="none">
                <a:solidFill>
                  <a:srgbClr val="000000"/>
                </a:solidFill>
                <a:latin typeface="Arial"/>
                <a:ea typeface="Arial"/>
                <a:cs typeface="Arial"/>
                <a:sym typeface="Arial"/>
              </a:defRPr>
            </a:lvl4pPr>
            <a:lvl5pPr marL="2286000" marR="0" lvl="4" indent="-342900" algn="l" rtl="0">
              <a:lnSpc>
                <a:spcPct val="100000"/>
              </a:lnSpc>
              <a:spcBef>
                <a:spcPts val="600"/>
              </a:spcBef>
              <a:spcAft>
                <a:spcPts val="0"/>
              </a:spcAft>
              <a:buClr>
                <a:srgbClr val="000000"/>
              </a:buClr>
              <a:buSzPts val="1800"/>
              <a:buFont typeface="Arial"/>
              <a:buChar char="o"/>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75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40" name="Google Shape;40;p6"/>
          <p:cNvSpPr txBox="1">
            <a:spLocks noGrp="1"/>
          </p:cNvSpPr>
          <p:nvPr>
            <p:ph type="body" idx="2"/>
          </p:nvPr>
        </p:nvSpPr>
        <p:spPr>
          <a:xfrm>
            <a:off x="1512253" y="3506493"/>
            <a:ext cx="3653798" cy="4342478"/>
          </a:xfrm>
          <a:prstGeom prst="rect">
            <a:avLst/>
          </a:prstGeom>
          <a:noFill/>
          <a:ln>
            <a:noFill/>
          </a:ln>
        </p:spPr>
        <p:txBody>
          <a:bodyPr spcFirstLastPara="1" wrap="square" lIns="0" tIns="45700" rIns="0" bIns="45700" anchor="t" anchorCtr="0">
            <a:noAutofit/>
          </a:bodyPr>
          <a:lstStyle>
            <a:lvl1pPr marL="457200" marR="0" lvl="0" indent="-228600" algn="l" rtl="0">
              <a:lnSpc>
                <a:spcPct val="100000"/>
              </a:lnSpc>
              <a:spcBef>
                <a:spcPts val="0"/>
              </a:spcBef>
              <a:spcAft>
                <a:spcPts val="0"/>
              </a:spcAft>
              <a:buClr>
                <a:schemeClr val="lt1"/>
              </a:buClr>
              <a:buSzPts val="224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2pPr>
            <a:lvl3pPr marL="1371600" marR="0" lvl="2" indent="-342900" algn="l" rtl="0">
              <a:lnSpc>
                <a:spcPct val="100000"/>
              </a:lnSpc>
              <a:spcBef>
                <a:spcPts val="60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3pPr>
            <a:lvl4pPr marL="1828800" marR="0" lvl="3" indent="-342900" algn="l" rtl="0">
              <a:lnSpc>
                <a:spcPct val="100000"/>
              </a:lnSpc>
              <a:spcBef>
                <a:spcPts val="600"/>
              </a:spcBef>
              <a:spcAft>
                <a:spcPts val="0"/>
              </a:spcAft>
              <a:buClr>
                <a:schemeClr val="lt1"/>
              </a:buClr>
              <a:buSzPts val="1800"/>
              <a:buFont typeface="Arial"/>
              <a:buChar char="&gt;"/>
              <a:defRPr sz="1400" b="0" i="0" u="none" strike="noStrike" cap="none">
                <a:solidFill>
                  <a:schemeClr val="lt1"/>
                </a:solidFill>
                <a:latin typeface="Arial"/>
                <a:ea typeface="Arial"/>
                <a:cs typeface="Arial"/>
                <a:sym typeface="Arial"/>
              </a:defRPr>
            </a:lvl4pPr>
            <a:lvl5pPr marL="2286000" marR="0" lvl="4" indent="-342900" algn="l" rtl="0">
              <a:lnSpc>
                <a:spcPct val="100000"/>
              </a:lnSpc>
              <a:spcBef>
                <a:spcPts val="600"/>
              </a:spcBef>
              <a:spcAft>
                <a:spcPts val="0"/>
              </a:spcAft>
              <a:buClr>
                <a:schemeClr val="lt1"/>
              </a:buClr>
              <a:buSzPts val="1800"/>
              <a:buFont typeface="Arial"/>
              <a:buChar char="o"/>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6pPr>
            <a:lvl7pPr marL="3200400" marR="0" lvl="6"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7pPr>
            <a:lvl8pPr marL="3657600" marR="0" lvl="7"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8pPr>
            <a:lvl9pPr marL="4114800" marR="0" lvl="8" indent="-342900" algn="l" rtl="0">
              <a:lnSpc>
                <a:spcPct val="90000"/>
              </a:lnSpc>
              <a:spcBef>
                <a:spcPts val="750"/>
              </a:spcBef>
              <a:spcAft>
                <a:spcPts val="0"/>
              </a:spcAft>
              <a:buClr>
                <a:schemeClr val="lt1"/>
              </a:buClr>
              <a:buSzPts val="1800"/>
              <a:buFont typeface="Arial"/>
              <a:buChar char="•"/>
              <a:defRPr sz="1400" b="0" i="0" u="none" strike="noStrike" cap="none">
                <a:solidFill>
                  <a:schemeClr val="lt1"/>
                </a:solidFill>
                <a:latin typeface="Arial"/>
                <a:ea typeface="Arial"/>
                <a:cs typeface="Arial"/>
                <a:sym typeface="Arial"/>
              </a:defRPr>
            </a:lvl9pPr>
          </a:lstStyle>
          <a:p>
            <a:endParaRPr/>
          </a:p>
        </p:txBody>
      </p:sp>
      <p:sp>
        <p:nvSpPr>
          <p:cNvPr id="41" name="Google Shape;41;p6"/>
          <p:cNvSpPr txBox="1">
            <a:spLocks noGrp="1"/>
          </p:cNvSpPr>
          <p:nvPr>
            <p:ph type="title"/>
          </p:nvPr>
        </p:nvSpPr>
        <p:spPr>
          <a:xfrm>
            <a:off x="576075" y="1795098"/>
            <a:ext cx="8180002" cy="1285868"/>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lt1"/>
              </a:buClr>
              <a:buSzPts val="8000"/>
              <a:buFont typeface="Arial"/>
              <a:buNone/>
              <a:defRPr sz="9000" b="0" i="0" u="none" strike="noStrike" cap="none">
                <a:solidFill>
                  <a:schemeClr val="lt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 name="Google Shape;42;p6"/>
          <p:cNvSpPr txBox="1">
            <a:spLocks noGrp="1"/>
          </p:cNvSpPr>
          <p:nvPr>
            <p:ph type="body" idx="3"/>
          </p:nvPr>
        </p:nvSpPr>
        <p:spPr>
          <a:xfrm>
            <a:off x="12982404" y="748812"/>
            <a:ext cx="4245180" cy="230832"/>
          </a:xfrm>
          <a:prstGeom prst="rect">
            <a:avLst/>
          </a:prstGeom>
          <a:noFill/>
          <a:ln>
            <a:noFill/>
          </a:ln>
        </p:spPr>
        <p:txBody>
          <a:bodyPr spcFirstLastPara="1" wrap="square" lIns="0" tIns="0" rIns="0" bIns="0" anchor="t" anchorCtr="0">
            <a:spAutoFit/>
          </a:bodyPr>
          <a:lstStyle>
            <a:lvl1pPr marL="457200" marR="0" lvl="0" indent="-228600" algn="r" rtl="0">
              <a:lnSpc>
                <a:spcPct val="100000"/>
              </a:lnSpc>
              <a:spcBef>
                <a:spcPts val="0"/>
              </a:spcBef>
              <a:spcAft>
                <a:spcPts val="0"/>
              </a:spcAft>
              <a:buClr>
                <a:schemeClr val="accent3"/>
              </a:buClr>
              <a:buSzPts val="2200"/>
              <a:buFont typeface="Arial"/>
              <a:buNone/>
              <a:defRPr sz="1500" b="0" i="0" u="none" strike="noStrike" cap="none">
                <a:solidFill>
                  <a:schemeClr val="accent3"/>
                </a:solidFill>
                <a:latin typeface="Arial"/>
                <a:ea typeface="Arial"/>
                <a:cs typeface="Arial"/>
                <a:sym typeface="Arial"/>
              </a:defRPr>
            </a:lvl1pPr>
            <a:lvl2pPr marL="914400" marR="0" lvl="1" indent="-228600" algn="l" rtl="0">
              <a:lnSpc>
                <a:spcPct val="100000"/>
              </a:lnSpc>
              <a:spcBef>
                <a:spcPts val="600"/>
              </a:spcBef>
              <a:spcAft>
                <a:spcPts val="0"/>
              </a:spcAft>
              <a:buClr>
                <a:schemeClr val="accent3"/>
              </a:buClr>
              <a:buSzPts val="2400"/>
              <a:buFont typeface="Arial"/>
              <a:buNone/>
              <a:defRPr sz="2400" b="0" i="0" u="none" strike="noStrike" cap="none">
                <a:solidFill>
                  <a:schemeClr val="accent3"/>
                </a:solidFill>
                <a:latin typeface="Arial"/>
                <a:ea typeface="Arial"/>
                <a:cs typeface="Arial"/>
                <a:sym typeface="Arial"/>
              </a:defRPr>
            </a:lvl2pPr>
            <a:lvl3pPr marL="1371600" marR="0" lvl="2" indent="-342900" algn="l" rtl="0">
              <a:lnSpc>
                <a:spcPct val="100000"/>
              </a:lnSpc>
              <a:spcBef>
                <a:spcPts val="600"/>
              </a:spcBef>
              <a:spcAft>
                <a:spcPts val="0"/>
              </a:spcAft>
              <a:buClr>
                <a:schemeClr val="accent3"/>
              </a:buClr>
              <a:buSzPts val="1800"/>
              <a:buFont typeface="Arial"/>
              <a:buChar char="•"/>
              <a:defRPr sz="1400" b="0" i="0" u="none" strike="noStrike" cap="none">
                <a:solidFill>
                  <a:schemeClr val="accent3"/>
                </a:solidFill>
                <a:latin typeface="Arial"/>
                <a:ea typeface="Arial"/>
                <a:cs typeface="Arial"/>
                <a:sym typeface="Arial"/>
              </a:defRPr>
            </a:lvl3pPr>
            <a:lvl4pPr marL="1828800" marR="0" lvl="3" indent="-342900" algn="l" rtl="0">
              <a:lnSpc>
                <a:spcPct val="100000"/>
              </a:lnSpc>
              <a:spcBef>
                <a:spcPts val="600"/>
              </a:spcBef>
              <a:spcAft>
                <a:spcPts val="0"/>
              </a:spcAft>
              <a:buClr>
                <a:schemeClr val="accent3"/>
              </a:buClr>
              <a:buSzPts val="1800"/>
              <a:buFont typeface="Arial"/>
              <a:buChar char="&gt;"/>
              <a:defRPr sz="1400" b="0" i="0" u="none" strike="noStrike" cap="none">
                <a:solidFill>
                  <a:schemeClr val="accent3"/>
                </a:solidFill>
                <a:latin typeface="Arial"/>
                <a:ea typeface="Arial"/>
                <a:cs typeface="Arial"/>
                <a:sym typeface="Arial"/>
              </a:defRPr>
            </a:lvl4pPr>
            <a:lvl5pPr marL="2286000" marR="0" lvl="4" indent="-342900" algn="l" rtl="0">
              <a:lnSpc>
                <a:spcPct val="100000"/>
              </a:lnSpc>
              <a:spcBef>
                <a:spcPts val="600"/>
              </a:spcBef>
              <a:spcAft>
                <a:spcPts val="0"/>
              </a:spcAft>
              <a:buClr>
                <a:schemeClr val="accent3"/>
              </a:buClr>
              <a:buSzPts val="1800"/>
              <a:buFont typeface="Arial"/>
              <a:buChar char="o"/>
              <a:defRPr sz="1400" b="0" i="0" u="none" strike="noStrike" cap="none">
                <a:solidFill>
                  <a:schemeClr val="accent3"/>
                </a:solidFill>
                <a:latin typeface="Arial"/>
                <a:ea typeface="Arial"/>
                <a:cs typeface="Arial"/>
                <a:sym typeface="Arial"/>
              </a:defRPr>
            </a:lvl5pPr>
            <a:lvl6pPr marL="2743200" marR="0" lvl="5" indent="-342900" algn="l" rtl="0">
              <a:lnSpc>
                <a:spcPct val="90000"/>
              </a:lnSpc>
              <a:spcBef>
                <a:spcPts val="750"/>
              </a:spcBef>
              <a:spcAft>
                <a:spcPts val="0"/>
              </a:spcAft>
              <a:buClr>
                <a:schemeClr val="accent3"/>
              </a:buClr>
              <a:buSzPts val="1800"/>
              <a:buFont typeface="Arial"/>
              <a:buChar char="•"/>
              <a:defRPr sz="1400" b="0" i="0" u="none" strike="noStrike" cap="none">
                <a:solidFill>
                  <a:schemeClr val="accent3"/>
                </a:solidFill>
                <a:latin typeface="Arial"/>
                <a:ea typeface="Arial"/>
                <a:cs typeface="Arial"/>
                <a:sym typeface="Arial"/>
              </a:defRPr>
            </a:lvl6pPr>
            <a:lvl7pPr marL="3200400" marR="0" lvl="6" indent="-342900" algn="l" rtl="0">
              <a:lnSpc>
                <a:spcPct val="90000"/>
              </a:lnSpc>
              <a:spcBef>
                <a:spcPts val="750"/>
              </a:spcBef>
              <a:spcAft>
                <a:spcPts val="0"/>
              </a:spcAft>
              <a:buClr>
                <a:schemeClr val="accent3"/>
              </a:buClr>
              <a:buSzPts val="1800"/>
              <a:buFont typeface="Arial"/>
              <a:buChar char="•"/>
              <a:defRPr sz="1400" b="0" i="0" u="none" strike="noStrike" cap="none">
                <a:solidFill>
                  <a:schemeClr val="accent3"/>
                </a:solidFill>
                <a:latin typeface="Arial"/>
                <a:ea typeface="Arial"/>
                <a:cs typeface="Arial"/>
                <a:sym typeface="Arial"/>
              </a:defRPr>
            </a:lvl7pPr>
            <a:lvl8pPr marL="3657600" marR="0" lvl="7" indent="-342900" algn="l" rtl="0">
              <a:lnSpc>
                <a:spcPct val="90000"/>
              </a:lnSpc>
              <a:spcBef>
                <a:spcPts val="750"/>
              </a:spcBef>
              <a:spcAft>
                <a:spcPts val="0"/>
              </a:spcAft>
              <a:buClr>
                <a:schemeClr val="accent3"/>
              </a:buClr>
              <a:buSzPts val="1800"/>
              <a:buFont typeface="Arial"/>
              <a:buChar char="•"/>
              <a:defRPr sz="1400" b="0" i="0" u="none" strike="noStrike" cap="none">
                <a:solidFill>
                  <a:schemeClr val="accent3"/>
                </a:solidFill>
                <a:latin typeface="Arial"/>
                <a:ea typeface="Arial"/>
                <a:cs typeface="Arial"/>
                <a:sym typeface="Arial"/>
              </a:defRPr>
            </a:lvl8pPr>
            <a:lvl9pPr marL="4114800" marR="0" lvl="8" indent="-342900" algn="l" rtl="0">
              <a:lnSpc>
                <a:spcPct val="90000"/>
              </a:lnSpc>
              <a:spcBef>
                <a:spcPts val="750"/>
              </a:spcBef>
              <a:spcAft>
                <a:spcPts val="0"/>
              </a:spcAft>
              <a:buClr>
                <a:schemeClr val="accent3"/>
              </a:buClr>
              <a:buSzPts val="1800"/>
              <a:buFont typeface="Arial"/>
              <a:buChar char="•"/>
              <a:defRPr sz="1400" b="0" i="0" u="none" strike="noStrike" cap="none">
                <a:solidFill>
                  <a:schemeClr val="accent3"/>
                </a:solidFill>
                <a:latin typeface="Arial"/>
                <a:ea typeface="Arial"/>
                <a:cs typeface="Arial"/>
                <a:sym typeface="Arial"/>
              </a:defRPr>
            </a:lvl9pPr>
          </a:lstStyle>
          <a:p>
            <a:endParaRPr/>
          </a:p>
        </p:txBody>
      </p:sp>
      <p:pic>
        <p:nvPicPr>
          <p:cNvPr id="43" name="Google Shape;43;p6" title="Frame 48096016.png"/>
          <p:cNvPicPr preferRelativeResize="0"/>
          <p:nvPr/>
        </p:nvPicPr>
        <p:blipFill>
          <a:blip r:embed="rId4">
            <a:alphaModFix/>
          </a:blip>
          <a:stretch>
            <a:fillRect/>
          </a:stretch>
        </p:blipFill>
        <p:spPr>
          <a:xfrm>
            <a:off x="12603688" y="8937125"/>
            <a:ext cx="4663026" cy="489950"/>
          </a:xfrm>
          <a:prstGeom prst="rect">
            <a:avLst/>
          </a:prstGeom>
          <a:noFill/>
          <a:ln>
            <a:noFill/>
          </a:ln>
        </p:spPr>
      </p:pic>
      <p:pic>
        <p:nvPicPr>
          <p:cNvPr id="44" name="Google Shape;44;p6"/>
          <p:cNvPicPr preferRelativeResize="0"/>
          <p:nvPr/>
        </p:nvPicPr>
        <p:blipFill rotWithShape="1">
          <a:blip r:embed="rId5">
            <a:alphaModFix/>
          </a:blip>
          <a:srcRect r="646" b="21408"/>
          <a:stretch/>
        </p:blipFill>
        <p:spPr>
          <a:xfrm>
            <a:off x="576075" y="1141000"/>
            <a:ext cx="16690650" cy="27432"/>
          </a:xfrm>
          <a:prstGeom prst="rect">
            <a:avLst/>
          </a:prstGeom>
          <a:noFill/>
          <a:ln>
            <a:noFill/>
          </a:ln>
        </p:spPr>
      </p:pic>
    </p:spTree>
    <p:extLst>
      <p:ext uri="{BB962C8B-B14F-4D97-AF65-F5344CB8AC3E}">
        <p14:creationId xmlns:p14="http://schemas.microsoft.com/office/powerpoint/2010/main" val="98641798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Cover 01 1">
  <p:cSld name="Cover 01 1">
    <p:spTree>
      <p:nvGrpSpPr>
        <p:cNvPr id="1" name="Shape 61"/>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78850407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79"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AEEFF"/>
        </a:solidFill>
        <a:effectLst/>
      </p:bgPr>
    </p:bg>
    <p:spTree>
      <p:nvGrpSpPr>
        <p:cNvPr id="1" name="Shape 5"/>
        <p:cNvGrpSpPr/>
        <p:nvPr/>
      </p:nvGrpSpPr>
      <p:grpSpPr>
        <a:xfrm>
          <a:off x="0" y="0"/>
          <a:ext cx="0" cy="0"/>
          <a:chOff x="0" y="0"/>
          <a:chExt cx="0" cy="0"/>
        </a:xfrm>
      </p:grpSpPr>
    </p:spTree>
    <p:custDataLst>
      <p:tags r:id="rId80"/>
    </p:custDataLst>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 id="2147483697" r:id="rId46"/>
    <p:sldLayoutId id="2147483698" r:id="rId47"/>
    <p:sldLayoutId id="2147483699" r:id="rId48"/>
    <p:sldLayoutId id="2147483700" r:id="rId49"/>
    <p:sldLayoutId id="2147483701" r:id="rId50"/>
    <p:sldLayoutId id="2147483702" r:id="rId51"/>
    <p:sldLayoutId id="2147483703" r:id="rId52"/>
    <p:sldLayoutId id="2147483704" r:id="rId53"/>
    <p:sldLayoutId id="2147483705" r:id="rId54"/>
    <p:sldLayoutId id="2147483706" r:id="rId55"/>
    <p:sldLayoutId id="2147483707" r:id="rId56"/>
    <p:sldLayoutId id="2147483708" r:id="rId57"/>
    <p:sldLayoutId id="2147483709" r:id="rId58"/>
    <p:sldLayoutId id="2147483710" r:id="rId59"/>
    <p:sldLayoutId id="2147483711" r:id="rId60"/>
    <p:sldLayoutId id="2147483712" r:id="rId61"/>
    <p:sldLayoutId id="2147483713" r:id="rId62"/>
    <p:sldLayoutId id="2147483714" r:id="rId63"/>
    <p:sldLayoutId id="2147483715" r:id="rId64"/>
    <p:sldLayoutId id="2147483716" r:id="rId65"/>
    <p:sldLayoutId id="2147483717" r:id="rId66"/>
    <p:sldLayoutId id="2147483718" r:id="rId67"/>
    <p:sldLayoutId id="2147483719" r:id="rId68"/>
    <p:sldLayoutId id="2147483720" r:id="rId69"/>
    <p:sldLayoutId id="2147483721" r:id="rId70"/>
    <p:sldLayoutId id="2147483722" r:id="rId71"/>
    <p:sldLayoutId id="2147483723" r:id="rId72"/>
    <p:sldLayoutId id="2147483724" r:id="rId73"/>
    <p:sldLayoutId id="2147483725" r:id="rId74"/>
    <p:sldLayoutId id="2147483726" r:id="rId75"/>
    <p:sldLayoutId id="2147483727" r:id="rId76"/>
    <p:sldLayoutId id="2147483729" r:id="rId77"/>
    <p:sldLayoutId id="2147483730" r:id="rId78"/>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240">
          <p15:clr>
            <a:srgbClr val="F26B43"/>
          </p15:clr>
        </p15:guide>
        <p15:guide id="2" pos="5784">
          <p15:clr>
            <a:srgbClr val="F26B43"/>
          </p15:clr>
        </p15:guide>
        <p15:guide id="3" pos="360">
          <p15:clr>
            <a:srgbClr val="F26B43"/>
          </p15:clr>
        </p15:guide>
        <p15:guide id="4" pos="1200">
          <p15:clr>
            <a:srgbClr val="F26B43"/>
          </p15:clr>
        </p15:guide>
        <p15:guide id="5" pos="1248">
          <p15:clr>
            <a:srgbClr val="F26B43"/>
          </p15:clr>
        </p15:guide>
        <p15:guide id="6" pos="2112">
          <p15:clr>
            <a:srgbClr val="F26B43"/>
          </p15:clr>
        </p15:guide>
        <p15:guide id="7" pos="2160">
          <p15:clr>
            <a:srgbClr val="F26B43"/>
          </p15:clr>
        </p15:guide>
        <p15:guide id="8" pos="3024">
          <p15:clr>
            <a:srgbClr val="F26B43"/>
          </p15:clr>
        </p15:guide>
        <p15:guide id="9" pos="3072">
          <p15:clr>
            <a:srgbClr val="F26B43"/>
          </p15:clr>
        </p15:guide>
        <p15:guide id="10" pos="3912">
          <p15:clr>
            <a:srgbClr val="F26B43"/>
          </p15:clr>
        </p15:guide>
        <p15:guide id="11" pos="3960">
          <p15:clr>
            <a:srgbClr val="F26B43"/>
          </p15:clr>
        </p15:guide>
        <p15:guide id="12" pos="4824">
          <p15:clr>
            <a:srgbClr val="F26B43"/>
          </p15:clr>
        </p15:guide>
        <p15:guide id="13" pos="4872">
          <p15:clr>
            <a:srgbClr val="F26B43"/>
          </p15:clr>
        </p15:guide>
        <p15:guide id="14" pos="5736">
          <p15:clr>
            <a:srgbClr val="F26B43"/>
          </p15:clr>
        </p15:guide>
        <p15:guide id="15" pos="6648">
          <p15:clr>
            <a:srgbClr val="F26B43"/>
          </p15:clr>
        </p15:guide>
        <p15:guide id="16" pos="6696">
          <p15:clr>
            <a:srgbClr val="F26B43"/>
          </p15:clr>
        </p15:guide>
        <p15:guide id="17" pos="5760">
          <p15:clr>
            <a:srgbClr val="F26B43"/>
          </p15:clr>
        </p15:guide>
        <p15:guide id="18" pos="7560">
          <p15:clr>
            <a:srgbClr val="F26B43"/>
          </p15:clr>
        </p15:guide>
        <p15:guide id="19" pos="7608">
          <p15:clr>
            <a:srgbClr val="F26B43"/>
          </p15:clr>
        </p15:guide>
        <p15:guide id="20" pos="8448">
          <p15:clr>
            <a:srgbClr val="F26B43"/>
          </p15:clr>
        </p15:guide>
        <p15:guide id="21" pos="8496">
          <p15:clr>
            <a:srgbClr val="F26B43"/>
          </p15:clr>
        </p15:guide>
        <p15:guide id="22" pos="9360">
          <p15:clr>
            <a:srgbClr val="F26B43"/>
          </p15:clr>
        </p15:guide>
        <p15:guide id="23" pos="9408">
          <p15:clr>
            <a:srgbClr val="F26B43"/>
          </p15:clr>
        </p15:guide>
        <p15:guide id="24" pos="10272">
          <p15:clr>
            <a:srgbClr val="F26B43"/>
          </p15:clr>
        </p15:guide>
        <p15:guide id="25" pos="10320">
          <p15:clr>
            <a:srgbClr val="F26B43"/>
          </p15:clr>
        </p15:guide>
        <p15:guide id="26" pos="11160">
          <p15:clr>
            <a:srgbClr val="F26B43"/>
          </p15:clr>
        </p15:guide>
        <p15:guide id="27" orient="horz" pos="336">
          <p15:clr>
            <a:srgbClr val="F26B43"/>
          </p15:clr>
        </p15:guide>
        <p15:guide id="28" orient="horz" pos="672">
          <p15:clr>
            <a:srgbClr val="F26B43"/>
          </p15:clr>
        </p15:guide>
        <p15:guide id="29" orient="horz" pos="720">
          <p15:clr>
            <a:srgbClr val="F26B43"/>
          </p15:clr>
        </p15:guide>
        <p15:guide id="30" orient="horz" pos="1032">
          <p15:clr>
            <a:srgbClr val="F26B43"/>
          </p15:clr>
        </p15:guide>
        <p15:guide id="31" orient="horz" pos="1080">
          <p15:clr>
            <a:srgbClr val="F26B43"/>
          </p15:clr>
        </p15:guide>
        <p15:guide id="32" orient="horz" pos="1392">
          <p15:clr>
            <a:srgbClr val="F26B43"/>
          </p15:clr>
        </p15:guide>
        <p15:guide id="33" orient="horz" pos="1440">
          <p15:clr>
            <a:srgbClr val="F26B43"/>
          </p15:clr>
        </p15:guide>
        <p15:guide id="34" orient="horz" pos="1752">
          <p15:clr>
            <a:srgbClr val="F26B43"/>
          </p15:clr>
        </p15:guide>
        <p15:guide id="35" orient="horz" pos="1800">
          <p15:clr>
            <a:srgbClr val="F26B43"/>
          </p15:clr>
        </p15:guide>
        <p15:guide id="36" orient="horz" pos="2112">
          <p15:clr>
            <a:srgbClr val="F26B43"/>
          </p15:clr>
        </p15:guide>
        <p15:guide id="37" orient="horz" pos="2160">
          <p15:clr>
            <a:srgbClr val="F26B43"/>
          </p15:clr>
        </p15:guide>
        <p15:guide id="38" orient="horz" pos="2496">
          <p15:clr>
            <a:srgbClr val="F26B43"/>
          </p15:clr>
        </p15:guide>
        <p15:guide id="39" orient="horz" pos="2544">
          <p15:clr>
            <a:srgbClr val="F26B43"/>
          </p15:clr>
        </p15:guide>
        <p15:guide id="40" orient="horz" pos="2856">
          <p15:clr>
            <a:srgbClr val="F26B43"/>
          </p15:clr>
        </p15:guide>
        <p15:guide id="41" orient="horz" pos="2904">
          <p15:clr>
            <a:srgbClr val="F26B43"/>
          </p15:clr>
        </p15:guide>
        <p15:guide id="42" orient="horz" pos="3216">
          <p15:clr>
            <a:srgbClr val="F26B43"/>
          </p15:clr>
        </p15:guide>
        <p15:guide id="43" orient="horz" pos="3264">
          <p15:clr>
            <a:srgbClr val="F26B43"/>
          </p15:clr>
        </p15:guide>
        <p15:guide id="44" orient="horz" pos="3576">
          <p15:clr>
            <a:srgbClr val="F26B43"/>
          </p15:clr>
        </p15:guide>
        <p15:guide id="45" orient="horz" pos="3624">
          <p15:clr>
            <a:srgbClr val="F26B43"/>
          </p15:clr>
        </p15:guide>
        <p15:guide id="46" orient="horz" pos="3960">
          <p15:clr>
            <a:srgbClr val="F26B43"/>
          </p15:clr>
        </p15:guide>
        <p15:guide id="47" orient="horz" pos="4008">
          <p15:clr>
            <a:srgbClr val="F26B43"/>
          </p15:clr>
        </p15:guide>
        <p15:guide id="48" orient="horz" pos="4320">
          <p15:clr>
            <a:srgbClr val="F26B43"/>
          </p15:clr>
        </p15:guide>
        <p15:guide id="49" orient="horz" pos="4368">
          <p15:clr>
            <a:srgbClr val="F26B43"/>
          </p15:clr>
        </p15:guide>
        <p15:guide id="50" orient="horz" pos="4680">
          <p15:clr>
            <a:srgbClr val="F26B43"/>
          </p15:clr>
        </p15:guide>
        <p15:guide id="51" orient="horz" pos="4728">
          <p15:clr>
            <a:srgbClr val="F26B43"/>
          </p15:clr>
        </p15:guide>
        <p15:guide id="52" orient="horz" pos="5040">
          <p15:clr>
            <a:srgbClr val="F26B43"/>
          </p15:clr>
        </p15:guide>
        <p15:guide id="53" orient="horz" pos="5088">
          <p15:clr>
            <a:srgbClr val="F26B43"/>
          </p15:clr>
        </p15:guide>
        <p15:guide id="54" orient="horz" pos="5400">
          <p15:clr>
            <a:srgbClr val="F26B43"/>
          </p15:clr>
        </p15:guide>
        <p15:guide id="55" orient="horz" pos="5448">
          <p15:clr>
            <a:srgbClr val="F26B43"/>
          </p15:clr>
        </p15:guide>
        <p15:guide id="56" orient="horz" pos="5784">
          <p15:clr>
            <a:srgbClr val="F26B43"/>
          </p15:clr>
        </p15:guide>
        <p15:guide id="57" orient="horz" pos="5832">
          <p15:clr>
            <a:srgbClr val="F26B43"/>
          </p15:clr>
        </p15:guide>
        <p15:guide id="58" orient="horz" pos="614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9.png"/><Relationship Id="rId2" Type="http://schemas.openxmlformats.org/officeDocument/2006/relationships/slideLayout" Target="../slideLayouts/slideLayout1.xml"/><Relationship Id="rId1" Type="http://schemas.openxmlformats.org/officeDocument/2006/relationships/tags" Target="../tags/tag5.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8.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7.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hyperlink" Target="http://www.sec.gov/" TargetMode="External"/><Relationship Id="rId4" Type="http://schemas.openxmlformats.org/officeDocument/2006/relationships/hyperlink" Target="http://www.investors.sentinelone.com/"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7.xml"/><Relationship Id="rId7" Type="http://schemas.openxmlformats.org/officeDocument/2006/relationships/image" Target="../media/image24.png"/><Relationship Id="rId2" Type="http://schemas.openxmlformats.org/officeDocument/2006/relationships/slideLayout" Target="../slideLayouts/slideLayout24.xml"/><Relationship Id="rId1" Type="http://schemas.openxmlformats.org/officeDocument/2006/relationships/tags" Target="../tags/tag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image" Target="../media/image27.gi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3.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notesSlide" Target="../notesSlides/notesSlide10.xml"/><Relationship Id="rId7" Type="http://schemas.openxmlformats.org/officeDocument/2006/relationships/image" Target="../media/image32.png"/><Relationship Id="rId2" Type="http://schemas.openxmlformats.org/officeDocument/2006/relationships/slideLayout" Target="../slideLayouts/slideLayout11.xml"/><Relationship Id="rId1" Type="http://schemas.openxmlformats.org/officeDocument/2006/relationships/tags" Target="../tags/tag14.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8.xml"/><Relationship Id="rId1" Type="http://schemas.openxmlformats.org/officeDocument/2006/relationships/tags" Target="../tags/tag16.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13.xml"/><Relationship Id="rId7" Type="http://schemas.openxmlformats.org/officeDocument/2006/relationships/image" Target="../media/image41.png"/><Relationship Id="rId2" Type="http://schemas.openxmlformats.org/officeDocument/2006/relationships/slideLayout" Target="../slideLayouts/slideLayout24.xml"/><Relationship Id="rId1" Type="http://schemas.openxmlformats.org/officeDocument/2006/relationships/tags" Target="../tags/tag1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4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4.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2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2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0.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hyperlink" Target="https://github.com/simplescripter/OneCon26" TargetMode="Externa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62.gi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8.xml"/><Relationship Id="rId5" Type="http://schemas.openxmlformats.org/officeDocument/2006/relationships/image" Target="../media/image64.gif"/><Relationship Id="rId4" Type="http://schemas.openxmlformats.org/officeDocument/2006/relationships/hyperlink" Target="https://community.sentinelone.com/s/article/000010854" TargetMode="Externa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40.xml"/><Relationship Id="rId5" Type="http://schemas.openxmlformats.org/officeDocument/2006/relationships/image" Target="../media/image66.png"/><Relationship Id="rId4" Type="http://schemas.openxmlformats.org/officeDocument/2006/relationships/image" Target="../media/image6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41.xml"/><Relationship Id="rId5" Type="http://schemas.openxmlformats.org/officeDocument/2006/relationships/image" Target="../media/image68.png"/><Relationship Id="rId4" Type="http://schemas.openxmlformats.org/officeDocument/2006/relationships/image" Target="../media/image6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image" Target="../media/image6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43.xml"/><Relationship Id="rId5" Type="http://schemas.openxmlformats.org/officeDocument/2006/relationships/image" Target="../media/image71.gif"/><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7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7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7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50.xml"/><Relationship Id="rId4" Type="http://schemas.openxmlformats.org/officeDocument/2006/relationships/image" Target="../media/image76.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51.xml"/><Relationship Id="rId4" Type="http://schemas.openxmlformats.org/officeDocument/2006/relationships/image" Target="../media/image77.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52.xml"/><Relationship Id="rId4" Type="http://schemas.openxmlformats.org/officeDocument/2006/relationships/image" Target="../media/image78.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3.xml"/><Relationship Id="rId4" Type="http://schemas.openxmlformats.org/officeDocument/2006/relationships/image" Target="../media/image79.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4.xml"/><Relationship Id="rId5" Type="http://schemas.openxmlformats.org/officeDocument/2006/relationships/image" Target="../media/image81.png"/><Relationship Id="rId4" Type="http://schemas.openxmlformats.org/officeDocument/2006/relationships/image" Target="../media/image8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5.xml"/><Relationship Id="rId4" Type="http://schemas.openxmlformats.org/officeDocument/2006/relationships/image" Target="../media/image8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8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8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ags" Target="../tags/tag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pic>
        <p:nvPicPr>
          <p:cNvPr id="1143" name="Google Shape;1143;p82" title="Template_Background_05.jpg"/>
          <p:cNvPicPr preferRelativeResize="0"/>
          <p:nvPr/>
        </p:nvPicPr>
        <p:blipFill>
          <a:blip r:embed="rId4">
            <a:alphaModFix/>
          </a:blip>
          <a:stretch>
            <a:fillRect/>
          </a:stretch>
        </p:blipFill>
        <p:spPr>
          <a:xfrm>
            <a:off x="0" y="0"/>
            <a:ext cx="18288000" cy="10287000"/>
          </a:xfrm>
          <a:prstGeom prst="rect">
            <a:avLst/>
          </a:prstGeom>
          <a:noFill/>
          <a:ln>
            <a:noFill/>
          </a:ln>
        </p:spPr>
      </p:pic>
      <p:sp>
        <p:nvSpPr>
          <p:cNvPr id="1144" name="Google Shape;1144;p82"/>
          <p:cNvSpPr txBox="1">
            <a:spLocks noGrp="1"/>
          </p:cNvSpPr>
          <p:nvPr>
            <p:ph type="title"/>
          </p:nvPr>
        </p:nvSpPr>
        <p:spPr>
          <a:xfrm>
            <a:off x="639599" y="3490359"/>
            <a:ext cx="13539863" cy="2215991"/>
          </a:xfrm>
          <a:prstGeom prst="rect">
            <a:avLst/>
          </a:prstGeom>
        </p:spPr>
        <p:txBody>
          <a:bodyPr spcFirstLastPara="1" wrap="square" lIns="0" tIns="0" rIns="0" bIns="0" anchor="b" anchorCtr="0">
            <a:spAutoFit/>
          </a:bodyPr>
          <a:lstStyle/>
          <a:p>
            <a:pPr marL="0" lvl="0" indent="0" algn="l" rtl="0">
              <a:spcBef>
                <a:spcPts val="0"/>
              </a:spcBef>
              <a:spcAft>
                <a:spcPts val="0"/>
              </a:spcAft>
              <a:buClr>
                <a:schemeClr val="lt1"/>
              </a:buClr>
              <a:buSzPts val="8000"/>
              <a:buFont typeface="Arial"/>
              <a:buNone/>
            </a:pPr>
            <a:r>
              <a:rPr lang="en-US" sz="8000" dirty="0"/>
              <a:t>Singularity Hyperautomation Use Cases</a:t>
            </a:r>
            <a:endParaRPr sz="8000" dirty="0"/>
          </a:p>
        </p:txBody>
      </p:sp>
      <p:sp>
        <p:nvSpPr>
          <p:cNvPr id="1145" name="Google Shape;1145;p82"/>
          <p:cNvSpPr txBox="1">
            <a:spLocks noGrp="1"/>
          </p:cNvSpPr>
          <p:nvPr>
            <p:ph type="body" idx="1"/>
          </p:nvPr>
        </p:nvSpPr>
        <p:spPr>
          <a:xfrm>
            <a:off x="630805" y="5889599"/>
            <a:ext cx="6060000" cy="40020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r>
              <a:rPr lang="en-US" sz="2400" dirty="0">
                <a:solidFill>
                  <a:schemeClr val="accent2"/>
                </a:solidFill>
              </a:rPr>
              <a:t>Shawn Stugart</a:t>
            </a:r>
            <a:endParaRPr sz="2400" dirty="0">
              <a:solidFill>
                <a:schemeClr val="accent2"/>
              </a:solidFill>
            </a:endParaRPr>
          </a:p>
        </p:txBody>
      </p:sp>
      <p:sp>
        <p:nvSpPr>
          <p:cNvPr id="1146" name="Google Shape;1146;p82"/>
          <p:cNvSpPr txBox="1">
            <a:spLocks noGrp="1"/>
          </p:cNvSpPr>
          <p:nvPr>
            <p:ph type="body" idx="1"/>
          </p:nvPr>
        </p:nvSpPr>
        <p:spPr>
          <a:xfrm>
            <a:off x="630805" y="6473049"/>
            <a:ext cx="6060000" cy="40020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r>
              <a:rPr lang="en-US" dirty="0"/>
              <a:t>Staff Technical Content Developer</a:t>
            </a:r>
            <a:endParaRPr dirty="0"/>
          </a:p>
        </p:txBody>
      </p:sp>
      <p:pic>
        <p:nvPicPr>
          <p:cNvPr id="1147" name="Google Shape;1147;p82"/>
          <p:cNvPicPr preferRelativeResize="0"/>
          <p:nvPr/>
        </p:nvPicPr>
        <p:blipFill rotWithShape="1">
          <a:blip r:embed="rId5">
            <a:alphaModFix/>
          </a:blip>
          <a:srcRect r="646" b="21408"/>
          <a:stretch/>
        </p:blipFill>
        <p:spPr>
          <a:xfrm>
            <a:off x="641025" y="7936588"/>
            <a:ext cx="17016984" cy="27432"/>
          </a:xfrm>
          <a:prstGeom prst="rect">
            <a:avLst/>
          </a:prstGeom>
          <a:noFill/>
          <a:ln>
            <a:noFill/>
          </a:ln>
        </p:spPr>
      </p:pic>
      <p:pic>
        <p:nvPicPr>
          <p:cNvPr id="1148" name="Google Shape;1148;p82" title="Info Band.png"/>
          <p:cNvPicPr preferRelativeResize="0"/>
          <p:nvPr/>
        </p:nvPicPr>
        <p:blipFill>
          <a:blip r:embed="rId6">
            <a:alphaModFix/>
          </a:blip>
          <a:stretch>
            <a:fillRect/>
          </a:stretch>
        </p:blipFill>
        <p:spPr>
          <a:xfrm>
            <a:off x="641025" y="8433700"/>
            <a:ext cx="17920824" cy="595000"/>
          </a:xfrm>
          <a:prstGeom prst="rect">
            <a:avLst/>
          </a:prstGeom>
          <a:noFill/>
          <a:ln>
            <a:noFill/>
          </a:ln>
        </p:spPr>
      </p:pic>
      <p:pic>
        <p:nvPicPr>
          <p:cNvPr id="1149" name="Google Shape;1149;p82" title="OneCon26_Logo_Chrome_RGB_1000.png"/>
          <p:cNvPicPr preferRelativeResize="0"/>
          <p:nvPr/>
        </p:nvPicPr>
        <p:blipFill rotWithShape="1">
          <a:blip r:embed="rId7">
            <a:alphaModFix/>
          </a:blip>
          <a:srcRect l="475" r="466"/>
          <a:stretch/>
        </p:blipFill>
        <p:spPr>
          <a:xfrm>
            <a:off x="641024" y="950975"/>
            <a:ext cx="3370502" cy="687325"/>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85"/>
          <p:cNvSpPr txBox="1">
            <a:spLocks noGrp="1"/>
          </p:cNvSpPr>
          <p:nvPr>
            <p:ph type="body" idx="1"/>
          </p:nvPr>
        </p:nvSpPr>
        <p:spPr>
          <a:xfrm>
            <a:off x="571503" y="3506493"/>
            <a:ext cx="588706" cy="4342478"/>
          </a:xfrm>
          <a:prstGeom prst="rect">
            <a:avLst/>
          </a:prstGeom>
          <a:noFill/>
          <a:ln>
            <a:noFill/>
          </a:ln>
        </p:spPr>
        <p:txBody>
          <a:bodyPr spcFirstLastPara="1" wrap="square" lIns="0" tIns="45700" rIns="0" bIns="45700" anchor="t" anchorCtr="0">
            <a:noAutofit/>
          </a:bodyPr>
          <a:lstStyle/>
          <a:p>
            <a:pPr marL="0" lvl="0" indent="0" algn="l" rtl="0">
              <a:lnSpc>
                <a:spcPct val="115000"/>
              </a:lnSpc>
              <a:spcBef>
                <a:spcPts val="0"/>
              </a:spcBef>
              <a:spcAft>
                <a:spcPts val="0"/>
              </a:spcAft>
              <a:buClr>
                <a:schemeClr val="accent1"/>
              </a:buClr>
              <a:buSzPts val="2240"/>
              <a:buFont typeface="Arial"/>
              <a:buNone/>
            </a:pPr>
            <a:r>
              <a:rPr lang="en-US" dirty="0"/>
              <a:t>01</a:t>
            </a:r>
            <a:endParaRPr dirty="0"/>
          </a:p>
          <a:p>
            <a:pPr marL="0" lvl="0" indent="0" algn="l" rtl="0">
              <a:lnSpc>
                <a:spcPct val="115000"/>
              </a:lnSpc>
              <a:spcBef>
                <a:spcPts val="0"/>
              </a:spcBef>
              <a:spcAft>
                <a:spcPts val="0"/>
              </a:spcAft>
              <a:buClr>
                <a:schemeClr val="accent1"/>
              </a:buClr>
              <a:buSzPts val="2240"/>
              <a:buFont typeface="Arial"/>
              <a:buNone/>
            </a:pPr>
            <a:r>
              <a:rPr lang="en-US" dirty="0"/>
              <a:t>02</a:t>
            </a:r>
            <a:endParaRPr dirty="0"/>
          </a:p>
          <a:p>
            <a:pPr marL="0" lvl="0" indent="0" algn="l" rtl="0">
              <a:lnSpc>
                <a:spcPct val="115000"/>
              </a:lnSpc>
              <a:spcBef>
                <a:spcPts val="0"/>
              </a:spcBef>
              <a:spcAft>
                <a:spcPts val="0"/>
              </a:spcAft>
              <a:buClr>
                <a:schemeClr val="accent1"/>
              </a:buClr>
              <a:buSzPts val="2240"/>
              <a:buFont typeface="Arial"/>
              <a:buNone/>
            </a:pPr>
            <a:r>
              <a:rPr lang="en-US" dirty="0"/>
              <a:t>03</a:t>
            </a:r>
            <a:endParaRPr dirty="0"/>
          </a:p>
          <a:p>
            <a:pPr marL="0" lvl="0" indent="0" algn="l" rtl="0">
              <a:lnSpc>
                <a:spcPct val="115000"/>
              </a:lnSpc>
              <a:spcBef>
                <a:spcPts val="0"/>
              </a:spcBef>
              <a:spcAft>
                <a:spcPts val="0"/>
              </a:spcAft>
              <a:buClr>
                <a:schemeClr val="accent1"/>
              </a:buClr>
              <a:buSzPts val="2240"/>
              <a:buFont typeface="Arial"/>
              <a:buNone/>
            </a:pPr>
            <a:r>
              <a:rPr lang="en-US" dirty="0"/>
              <a:t>04</a:t>
            </a:r>
          </a:p>
          <a:p>
            <a:pPr marL="0" lvl="0" indent="0" algn="l" rtl="0">
              <a:lnSpc>
                <a:spcPct val="115000"/>
              </a:lnSpc>
              <a:spcBef>
                <a:spcPts val="0"/>
              </a:spcBef>
              <a:spcAft>
                <a:spcPts val="0"/>
              </a:spcAft>
              <a:buClr>
                <a:schemeClr val="accent1"/>
              </a:buClr>
              <a:buSzPts val="2240"/>
              <a:buFont typeface="Arial"/>
              <a:buNone/>
            </a:pPr>
            <a:endParaRPr lang="en-US" dirty="0"/>
          </a:p>
        </p:txBody>
      </p:sp>
      <p:sp>
        <p:nvSpPr>
          <p:cNvPr id="1170" name="Google Shape;1170;p85"/>
          <p:cNvSpPr txBox="1">
            <a:spLocks noGrp="1"/>
          </p:cNvSpPr>
          <p:nvPr>
            <p:ph type="body" idx="2"/>
          </p:nvPr>
        </p:nvSpPr>
        <p:spPr>
          <a:xfrm>
            <a:off x="1512252" y="3506493"/>
            <a:ext cx="4913599" cy="4342478"/>
          </a:xfrm>
          <a:prstGeom prst="rect">
            <a:avLst/>
          </a:prstGeom>
          <a:noFill/>
          <a:ln>
            <a:noFill/>
          </a:ln>
        </p:spPr>
        <p:txBody>
          <a:bodyPr spcFirstLastPara="1" wrap="square" lIns="0" tIns="45700" rIns="0" bIns="45700" anchor="t" anchorCtr="0">
            <a:noAutofit/>
          </a:bodyPr>
          <a:lstStyle/>
          <a:p>
            <a:pPr marL="0" lvl="0" indent="0" algn="l" rtl="0">
              <a:lnSpc>
                <a:spcPct val="115000"/>
              </a:lnSpc>
              <a:spcBef>
                <a:spcPts val="0"/>
              </a:spcBef>
              <a:spcAft>
                <a:spcPts val="0"/>
              </a:spcAft>
              <a:buClr>
                <a:schemeClr val="accent1"/>
              </a:buClr>
              <a:buSzPts val="2240"/>
              <a:buFont typeface="Arial"/>
              <a:buNone/>
            </a:pPr>
            <a:r>
              <a:rPr lang="en-US" dirty="0"/>
              <a:t>Hyperautomation Overview</a:t>
            </a:r>
            <a:endParaRPr dirty="0"/>
          </a:p>
          <a:p>
            <a:pPr marL="0" lvl="0" indent="0" algn="l" rtl="0">
              <a:lnSpc>
                <a:spcPct val="115000"/>
              </a:lnSpc>
              <a:spcBef>
                <a:spcPts val="0"/>
              </a:spcBef>
              <a:spcAft>
                <a:spcPts val="0"/>
              </a:spcAft>
              <a:buClr>
                <a:schemeClr val="accent1"/>
              </a:buClr>
              <a:buSzPts val="2240"/>
              <a:buFont typeface="Arial"/>
              <a:buNone/>
            </a:pPr>
            <a:r>
              <a:rPr lang="en-US" dirty="0"/>
              <a:t>Fundamentals of Hyperautomation</a:t>
            </a:r>
            <a:endParaRPr dirty="0"/>
          </a:p>
          <a:p>
            <a:pPr marL="0" lvl="0" indent="0" algn="l" rtl="0">
              <a:lnSpc>
                <a:spcPct val="115000"/>
              </a:lnSpc>
              <a:spcBef>
                <a:spcPts val="0"/>
              </a:spcBef>
              <a:spcAft>
                <a:spcPts val="0"/>
              </a:spcAft>
              <a:buClr>
                <a:schemeClr val="accent1"/>
              </a:buClr>
              <a:buSzPts val="2240"/>
              <a:buFont typeface="Arial"/>
              <a:buNone/>
            </a:pPr>
            <a:r>
              <a:rPr lang="en-US" dirty="0"/>
              <a:t>Workflow Use Cases</a:t>
            </a:r>
          </a:p>
          <a:p>
            <a:pPr marL="0" lvl="0" indent="0" algn="l" rtl="0">
              <a:lnSpc>
                <a:spcPct val="115000"/>
              </a:lnSpc>
              <a:spcBef>
                <a:spcPts val="0"/>
              </a:spcBef>
              <a:spcAft>
                <a:spcPts val="0"/>
              </a:spcAft>
              <a:buClr>
                <a:schemeClr val="accent1"/>
              </a:buClr>
              <a:buSzPts val="2240"/>
              <a:buFont typeface="Arial"/>
              <a:buNone/>
            </a:pPr>
            <a:r>
              <a:rPr lang="en-US" dirty="0"/>
              <a:t>Hands-On Lab</a:t>
            </a:r>
            <a:endParaRPr dirty="0"/>
          </a:p>
          <a:p>
            <a:pPr marL="0" lvl="0" indent="0" algn="l" rtl="0">
              <a:lnSpc>
                <a:spcPct val="115000"/>
              </a:lnSpc>
              <a:spcBef>
                <a:spcPts val="0"/>
              </a:spcBef>
              <a:spcAft>
                <a:spcPts val="0"/>
              </a:spcAft>
              <a:buClr>
                <a:schemeClr val="accent1"/>
              </a:buClr>
              <a:buSzPts val="2240"/>
              <a:buFont typeface="Arial"/>
              <a:buNone/>
            </a:pPr>
            <a:endParaRPr dirty="0"/>
          </a:p>
          <a:p>
            <a:pPr marL="0" lvl="0" indent="0" algn="l" rtl="0">
              <a:lnSpc>
                <a:spcPct val="115000"/>
              </a:lnSpc>
              <a:spcBef>
                <a:spcPts val="0"/>
              </a:spcBef>
              <a:spcAft>
                <a:spcPts val="0"/>
              </a:spcAft>
              <a:buClr>
                <a:schemeClr val="accent1"/>
              </a:buClr>
              <a:buSzPts val="2240"/>
              <a:buFont typeface="Arial"/>
              <a:buNone/>
            </a:pPr>
            <a:endParaRPr dirty="0"/>
          </a:p>
        </p:txBody>
      </p:sp>
      <p:sp>
        <p:nvSpPr>
          <p:cNvPr id="1171" name="Google Shape;1171;p85"/>
          <p:cNvSpPr txBox="1">
            <a:spLocks noGrp="1"/>
          </p:cNvSpPr>
          <p:nvPr>
            <p:ph type="title"/>
          </p:nvPr>
        </p:nvSpPr>
        <p:spPr>
          <a:xfrm>
            <a:off x="576075" y="1795098"/>
            <a:ext cx="8180002" cy="1285868"/>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lt1"/>
              </a:buClr>
              <a:buSzPts val="8000"/>
              <a:buFont typeface="Arial"/>
              <a:buNone/>
            </a:pPr>
            <a:r>
              <a:rPr lang="en-US"/>
              <a:t>Agenda</a:t>
            </a:r>
            <a:endParaRPr/>
          </a:p>
        </p:txBody>
      </p:sp>
      <p:sp>
        <p:nvSpPr>
          <p:cNvPr id="1172" name="Google Shape;1172;p85"/>
          <p:cNvSpPr txBox="1">
            <a:spLocks noGrp="1"/>
          </p:cNvSpPr>
          <p:nvPr>
            <p:ph type="body" idx="3"/>
          </p:nvPr>
        </p:nvSpPr>
        <p:spPr>
          <a:xfrm>
            <a:off x="12982404" y="748812"/>
            <a:ext cx="4245300" cy="2310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2200"/>
              <a:buFont typeface="Arial"/>
              <a:buNone/>
            </a:pPr>
            <a:r>
              <a:rPr lang="en-US" dirty="0"/>
              <a:t>Hyperautomation Use Cases</a:t>
            </a:r>
            <a:endParaRPr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p86"/>
          <p:cNvSpPr txBox="1">
            <a:spLocks noGrp="1"/>
          </p:cNvSpPr>
          <p:nvPr>
            <p:ph type="title"/>
          </p:nvPr>
        </p:nvSpPr>
        <p:spPr>
          <a:xfrm>
            <a:off x="576076" y="790600"/>
            <a:ext cx="16560000" cy="8952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lt1"/>
              </a:buClr>
              <a:buSzPts val="8000"/>
              <a:buFont typeface="Arial"/>
              <a:buNone/>
            </a:pPr>
            <a:r>
              <a:rPr lang="en-US"/>
              <a:t>Safe Harbor</a:t>
            </a:r>
            <a:endParaRPr/>
          </a:p>
        </p:txBody>
      </p:sp>
      <p:sp>
        <p:nvSpPr>
          <p:cNvPr id="1178" name="Google Shape;1178;p86"/>
          <p:cNvSpPr txBox="1">
            <a:spLocks noGrp="1"/>
          </p:cNvSpPr>
          <p:nvPr>
            <p:ph type="body" idx="1"/>
          </p:nvPr>
        </p:nvSpPr>
        <p:spPr>
          <a:xfrm>
            <a:off x="576072" y="2854007"/>
            <a:ext cx="16560000" cy="5264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2200"/>
              <a:buFont typeface="Arial"/>
              <a:buNone/>
            </a:pPr>
            <a:r>
              <a:rPr lang="en-US" dirty="0"/>
              <a:t>This presentation contains forward-looking statements of SentinelOne, Inc. (“SentinelOne” or the “Company”), within the meaning of Section 27A of the Securities Act of 1933, as amended, and Section 21E of the Securities Exchange Act of 1934, as amended, which statements involve risks and uncertainties, including statements regarding our future growth, and future financial and operating performance, competition and our competitive position, technological capabilities and strategic relationships, future product releases or capabilities, business strategy and our ability to execute our business plans, the COVID-19 pandemic, our reputation and performance in the market, general market trends, outstanding shares, market growth, and our objectives are forward-looking statements. </a:t>
            </a:r>
            <a:endParaRPr dirty="0"/>
          </a:p>
          <a:p>
            <a:pPr marL="0" lvl="0" indent="0" algn="l" rtl="0">
              <a:lnSpc>
                <a:spcPct val="100000"/>
              </a:lnSpc>
              <a:spcBef>
                <a:spcPts val="0"/>
              </a:spcBef>
              <a:spcAft>
                <a:spcPts val="0"/>
              </a:spcAft>
              <a:buSzPts val="2200"/>
              <a:buFont typeface="Arial"/>
              <a:buNone/>
            </a:pPr>
            <a:endParaRPr dirty="0"/>
          </a:p>
          <a:p>
            <a:pPr marL="0" lvl="0" indent="0" algn="l" rtl="0">
              <a:lnSpc>
                <a:spcPct val="100000"/>
              </a:lnSpc>
              <a:spcBef>
                <a:spcPts val="0"/>
              </a:spcBef>
              <a:spcAft>
                <a:spcPts val="0"/>
              </a:spcAft>
              <a:buSzPts val="2200"/>
              <a:buFont typeface="Arial"/>
              <a:buNone/>
            </a:pPr>
            <a:r>
              <a:rPr lang="en-US" dirty="0"/>
              <a:t>The words “believe,” “may,” “will,” “potentially,” “estimate,” “continue,” “anticipate,” “intend,” “could,” “would,” “project,” “target,” “plan,” “expect,” or the negative of these terms and similar expressions are intended to identify forward-looking statements. However, not all forward-looking statements contain these identifying words. Forward-looking statements should not be read as a guarantee of future performance or results and will not necessarily be accurate indications of the times at, or by, which such performance or results will be achieved, if at all. </a:t>
            </a:r>
            <a:endParaRPr dirty="0"/>
          </a:p>
          <a:p>
            <a:pPr marL="0" lvl="0" indent="0" algn="l" rtl="0">
              <a:lnSpc>
                <a:spcPct val="100000"/>
              </a:lnSpc>
              <a:spcBef>
                <a:spcPts val="0"/>
              </a:spcBef>
              <a:spcAft>
                <a:spcPts val="0"/>
              </a:spcAft>
              <a:buSzPts val="2200"/>
              <a:buFont typeface="Arial"/>
              <a:buNone/>
            </a:pPr>
            <a:endParaRPr dirty="0"/>
          </a:p>
          <a:p>
            <a:pPr marL="0" lvl="0" indent="0" algn="l" rtl="0">
              <a:lnSpc>
                <a:spcPct val="100000"/>
              </a:lnSpc>
              <a:spcBef>
                <a:spcPts val="0"/>
              </a:spcBef>
              <a:spcAft>
                <a:spcPts val="0"/>
              </a:spcAft>
              <a:buSzPts val="2200"/>
              <a:buFont typeface="Arial"/>
              <a:buNone/>
            </a:pPr>
            <a:r>
              <a:rPr lang="en-US" dirty="0"/>
              <a:t>Forward-looking statements are based on information available at the time those statements are made and/or management’s good faith beliefs and assumptions as of that time with respect to future events, and are subject to risks and uncertainties that could cause actual performance or results to differ materially from those expressed in or suggested by the forward looking statements. In light of these risks and uncertainties, the forward-looking events and circumstances discussed in this presentation may not occur and actual results could differ materially from those anticipated or implied in the forward-looking statements. These risks and uncertainties are described in greater detail under the headings “Risk Factors” and “Management’s Discussion and Analysis of Financial Condition and Results of Operations” in the filings we make with the Securities and Exchange Commission (“SEC”) from time to time, which are available on our website at </a:t>
            </a:r>
            <a:r>
              <a:rPr lang="en-US" u="sng" dirty="0">
                <a:solidFill>
                  <a:schemeClr val="hlink"/>
                </a:solidFill>
                <a:hlinkClick r:id="rId4"/>
              </a:rPr>
              <a:t>www.investors.SentinelOne.com </a:t>
            </a:r>
            <a:r>
              <a:rPr lang="en-US" dirty="0"/>
              <a:t>and on the SEC’s website at </a:t>
            </a:r>
            <a:r>
              <a:rPr lang="en-US" u="sng" dirty="0">
                <a:solidFill>
                  <a:schemeClr val="hlink"/>
                </a:solidFill>
                <a:hlinkClick r:id="rId5"/>
              </a:rPr>
              <a:t>www.sec.gov.</a:t>
            </a:r>
            <a:endParaRPr dirty="0"/>
          </a:p>
          <a:p>
            <a:pPr marL="0" lvl="0" indent="0" algn="l" rtl="0">
              <a:lnSpc>
                <a:spcPct val="100000"/>
              </a:lnSpc>
              <a:spcBef>
                <a:spcPts val="0"/>
              </a:spcBef>
              <a:spcAft>
                <a:spcPts val="0"/>
              </a:spcAft>
              <a:buSzPts val="2200"/>
              <a:buFont typeface="Arial"/>
              <a:buNone/>
            </a:pPr>
            <a:endParaRPr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9"/>
        <p:cNvGrpSpPr/>
        <p:nvPr/>
      </p:nvGrpSpPr>
      <p:grpSpPr>
        <a:xfrm>
          <a:off x="0" y="0"/>
          <a:ext cx="0" cy="0"/>
          <a:chOff x="0" y="0"/>
          <a:chExt cx="0" cy="0"/>
        </a:xfrm>
      </p:grpSpPr>
      <p:sp>
        <p:nvSpPr>
          <p:cNvPr id="1170" name="Google Shape;1170;p86"/>
          <p:cNvSpPr txBox="1">
            <a:spLocks noGrp="1"/>
          </p:cNvSpPr>
          <p:nvPr>
            <p:ph type="body" idx="1"/>
          </p:nvPr>
        </p:nvSpPr>
        <p:spPr>
          <a:xfrm>
            <a:off x="576072" y="1223575"/>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rgbClr val="000000"/>
              </a:buClr>
              <a:buSzPts val="2200"/>
              <a:buFont typeface="Arial"/>
              <a:buNone/>
            </a:pPr>
            <a:r>
              <a:rPr lang="en-US" sz="3600" b="1" i="0" u="none" strike="noStrike" cap="none">
                <a:solidFill>
                  <a:schemeClr val="lt2"/>
                </a:solidFill>
                <a:latin typeface="Arial"/>
                <a:ea typeface="Arial"/>
                <a:cs typeface="Arial"/>
                <a:sym typeface="Arial"/>
              </a:rPr>
              <a:t>Speaker</a:t>
            </a:r>
            <a:endParaRPr/>
          </a:p>
        </p:txBody>
      </p:sp>
      <p:pic>
        <p:nvPicPr>
          <p:cNvPr id="1171" name="Google Shape;1171;p86"/>
          <p:cNvPicPr preferRelativeResize="0">
            <a:picLocks noGrp="1"/>
          </p:cNvPicPr>
          <p:nvPr>
            <p:ph type="pic" idx="2"/>
          </p:nvPr>
        </p:nvPicPr>
        <p:blipFill>
          <a:blip r:embed="rId4">
            <a:alphaModFix/>
          </a:blip>
          <a:srcRect l="2566" r="2566"/>
          <a:stretch/>
        </p:blipFill>
        <p:spPr>
          <a:xfrm>
            <a:off x="1817154" y="2192481"/>
            <a:ext cx="7031700" cy="6300300"/>
          </a:xfrm>
          <a:prstGeom prst="roundRect">
            <a:avLst>
              <a:gd name="adj" fmla="val 3781"/>
            </a:avLst>
          </a:prstGeom>
          <a:solidFill>
            <a:schemeClr val="accent5"/>
          </a:solidFill>
          <a:ln>
            <a:noFill/>
          </a:ln>
        </p:spPr>
      </p:pic>
      <p:sp>
        <p:nvSpPr>
          <p:cNvPr id="1172" name="Google Shape;1172;p86"/>
          <p:cNvSpPr txBox="1">
            <a:spLocks noGrp="1"/>
          </p:cNvSpPr>
          <p:nvPr>
            <p:ph type="body" idx="3"/>
          </p:nvPr>
        </p:nvSpPr>
        <p:spPr>
          <a:xfrm>
            <a:off x="9730740" y="4755874"/>
            <a:ext cx="7059872" cy="503916"/>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accent1"/>
              </a:buClr>
              <a:buSzPts val="2240"/>
              <a:buFont typeface="Arial"/>
              <a:buNone/>
            </a:pPr>
            <a:r>
              <a:rPr lang="en-US" sz="3600" b="0" i="0" u="none" strike="noStrike" cap="none">
                <a:solidFill>
                  <a:schemeClr val="lt2"/>
                </a:solidFill>
                <a:latin typeface="Arial"/>
                <a:ea typeface="Arial"/>
                <a:cs typeface="Arial"/>
                <a:sym typeface="Arial"/>
              </a:rPr>
              <a:t>Shawn Stugart</a:t>
            </a:r>
            <a:endParaRPr/>
          </a:p>
        </p:txBody>
      </p:sp>
      <p:sp>
        <p:nvSpPr>
          <p:cNvPr id="1173" name="Google Shape;1173;p86"/>
          <p:cNvSpPr txBox="1">
            <a:spLocks noGrp="1"/>
          </p:cNvSpPr>
          <p:nvPr>
            <p:ph type="body" idx="4"/>
          </p:nvPr>
        </p:nvSpPr>
        <p:spPr>
          <a:xfrm>
            <a:off x="9730738" y="5336293"/>
            <a:ext cx="7059872" cy="471262"/>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rgbClr val="000000"/>
              </a:buClr>
              <a:buSzPts val="2200"/>
              <a:buFont typeface="Arial"/>
              <a:buNone/>
            </a:pPr>
            <a:r>
              <a:rPr lang="en-US" sz="2600" b="0" i="0" u="none" strike="noStrike" cap="none">
                <a:solidFill>
                  <a:schemeClr val="accent3"/>
                </a:solidFill>
                <a:latin typeface="Arial"/>
                <a:ea typeface="Arial"/>
                <a:cs typeface="Arial"/>
                <a:sym typeface="Arial"/>
              </a:rPr>
              <a:t>Staff Technical Content Developer</a:t>
            </a:r>
            <a:endParaRPr/>
          </a:p>
        </p:txBody>
      </p:sp>
      <p:sp>
        <p:nvSpPr>
          <p:cNvPr id="1174" name="Google Shape;1174;p86"/>
          <p:cNvSpPr txBox="1">
            <a:spLocks noGrp="1"/>
          </p:cNvSpPr>
          <p:nvPr>
            <p:ph type="body" idx="5"/>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rgbClr val="000000"/>
              </a:buClr>
              <a:buSzPts val="2200"/>
              <a:buFont typeface="Arial"/>
              <a:buNone/>
            </a:pPr>
            <a:endParaRPr sz="2600" b="0" i="0" u="none" strike="noStrike" cap="none">
              <a:solidFill>
                <a:schemeClr val="accent5"/>
              </a:solidFill>
              <a:latin typeface="Arial"/>
              <a:ea typeface="Arial"/>
              <a:cs typeface="Arial"/>
              <a:sym typeface="Arial"/>
            </a:endParaRPr>
          </a:p>
        </p:txBody>
      </p:sp>
      <p:sp>
        <p:nvSpPr>
          <p:cNvPr id="1175" name="Google Shape;1175;p86"/>
          <p:cNvSpPr txBox="1"/>
          <p:nvPr/>
        </p:nvSpPr>
        <p:spPr>
          <a:xfrm>
            <a:off x="9729216" y="5989320"/>
            <a:ext cx="7059168"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C9CDE8"/>
                </a:solidFill>
                <a:latin typeface="Arial"/>
                <a:ea typeface="Arial"/>
                <a:cs typeface="Arial"/>
                <a:sym typeface="Arial"/>
              </a:rPr>
              <a:t>SentinelOne  |  shawn.stugart@sentinelone.com</a:t>
            </a:r>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89"/>
          <p:cNvSpPr txBox="1">
            <a:spLocks noGrp="1"/>
          </p:cNvSpPr>
          <p:nvPr>
            <p:ph type="title"/>
          </p:nvPr>
        </p:nvSpPr>
        <p:spPr>
          <a:xfrm>
            <a:off x="576075" y="2343500"/>
            <a:ext cx="8180100" cy="33249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8000"/>
              <a:buFont typeface="Arial"/>
              <a:buNone/>
            </a:pPr>
            <a:r>
              <a:rPr lang="en-US" sz="8000" b="0" i="0" u="none" strike="noStrike" cap="none">
                <a:solidFill>
                  <a:schemeClr val="lt2"/>
                </a:solidFill>
                <a:latin typeface="Arial"/>
                <a:ea typeface="Arial"/>
                <a:cs typeface="Arial"/>
                <a:sym typeface="Arial"/>
              </a:rPr>
              <a:t>Hyperautomation Overview</a:t>
            </a:r>
            <a:endParaRPr/>
          </a:p>
        </p:txBody>
      </p:sp>
      <p:sp>
        <p:nvSpPr>
          <p:cNvPr id="1200" name="Google Shape;1200;p89"/>
          <p:cNvSpPr txBox="1">
            <a:spLocks noGrp="1"/>
          </p:cNvSpPr>
          <p:nvPr>
            <p:ph type="body" idx="2"/>
          </p:nvPr>
        </p:nvSpPr>
        <p:spPr>
          <a:xfrm>
            <a:off x="11648885" y="866700"/>
            <a:ext cx="6060000" cy="40020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rgbClr val="000000"/>
              </a:buClr>
              <a:buSzPts val="2200"/>
              <a:buFont typeface="Arial"/>
              <a:buNone/>
            </a:pPr>
            <a:r>
              <a:rPr lang="en-US" sz="2600" b="0" i="0" u="none" strike="noStrike" cap="none" dirty="0">
                <a:solidFill>
                  <a:schemeClr val="accent3"/>
                </a:solidFill>
                <a:latin typeface="Arial"/>
                <a:ea typeface="Arial"/>
                <a:cs typeface="Arial"/>
                <a:sym typeface="Arial"/>
              </a:rPr>
              <a:t>Hyperautomation Use Cases</a:t>
            </a:r>
            <a:endParaRPr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graphicFrame>
        <p:nvGraphicFramePr>
          <p:cNvPr id="7" name="Google Shape;464;p25">
            <a:extLst>
              <a:ext uri="{FF2B5EF4-FFF2-40B4-BE49-F238E27FC236}">
                <a16:creationId xmlns:a16="http://schemas.microsoft.com/office/drawing/2014/main" id="{1E47CDFE-28F7-F621-5C2B-1C4944A834F6}"/>
              </a:ext>
            </a:extLst>
          </p:cNvPr>
          <p:cNvGraphicFramePr/>
          <p:nvPr>
            <p:extLst>
              <p:ext uri="{D42A27DB-BD31-4B8C-83A1-F6EECF244321}">
                <p14:modId xmlns:p14="http://schemas.microsoft.com/office/powerpoint/2010/main" val="2410946462"/>
              </p:ext>
            </p:extLst>
          </p:nvPr>
        </p:nvGraphicFramePr>
        <p:xfrm>
          <a:off x="809625" y="2008972"/>
          <a:ext cx="7276125" cy="6611679"/>
        </p:xfrm>
        <a:graphic>
          <a:graphicData uri="http://schemas.openxmlformats.org/drawingml/2006/chart">
            <c:chart xmlns:c="http://schemas.openxmlformats.org/drawingml/2006/chart" xmlns:r="http://schemas.openxmlformats.org/officeDocument/2006/relationships" r:id="rId4"/>
          </a:graphicData>
        </a:graphic>
      </p:graphicFrame>
      <p:sp>
        <p:nvSpPr>
          <p:cNvPr id="9" name="Google Shape;462;p25">
            <a:extLst>
              <a:ext uri="{FF2B5EF4-FFF2-40B4-BE49-F238E27FC236}">
                <a16:creationId xmlns:a16="http://schemas.microsoft.com/office/drawing/2014/main" id="{FA5443AD-29E2-9105-473A-F687BCAD5146}"/>
              </a:ext>
            </a:extLst>
          </p:cNvPr>
          <p:cNvSpPr txBox="1"/>
          <p:nvPr/>
        </p:nvSpPr>
        <p:spPr>
          <a:xfrm>
            <a:off x="9515474" y="4621107"/>
            <a:ext cx="7985125" cy="1581931"/>
          </a:xfrm>
          <a:prstGeom prst="rect">
            <a:avLst/>
          </a:prstGeom>
          <a:noFill/>
          <a:ln>
            <a:noFill/>
          </a:ln>
        </p:spPr>
        <p:txBody>
          <a:bodyPr spcFirstLastPara="1" wrap="square" lIns="0" tIns="45700" rIns="0" bIns="45700" anchor="t" anchorCtr="0">
            <a:spAutoFit/>
          </a:bodyPr>
          <a:lstStyle/>
          <a:p>
            <a:pPr lvl="0">
              <a:lnSpc>
                <a:spcPct val="110000"/>
              </a:lnSpc>
              <a:buClr>
                <a:srgbClr val="6B0AEA"/>
              </a:buClr>
              <a:buSzPts val="2200"/>
            </a:pPr>
            <a:r>
              <a:rPr lang="en-US" sz="2200" dirty="0">
                <a:solidFill>
                  <a:schemeClr val="dk1"/>
                </a:solidFill>
                <a:latin typeface="Arial" panose="020B0604020202020204" pitchFamily="34" charset="0"/>
              </a:rPr>
              <a:t>Respondents to a recent 451 Research study indicated on average they are </a:t>
            </a:r>
            <a:r>
              <a:rPr lang="en-US" sz="2200" b="1" dirty="0">
                <a:solidFill>
                  <a:schemeClr val="dk1"/>
                </a:solidFill>
                <a:latin typeface="Arial" panose="020B0604020202020204" pitchFamily="34" charset="0"/>
              </a:rPr>
              <a:t>unable to investigate 43% of alerts </a:t>
            </a:r>
            <a:r>
              <a:rPr lang="en-US" sz="2200" dirty="0">
                <a:solidFill>
                  <a:schemeClr val="dk1"/>
                </a:solidFill>
                <a:latin typeface="Arial" panose="020B0604020202020204" pitchFamily="34" charset="0"/>
              </a:rPr>
              <a:t>in a typical day, and about one in five (19%) are unable to investigate more than 75% of alerts.</a:t>
            </a:r>
            <a:endParaRPr sz="1400" u="none" strike="noStrike" cap="none" dirty="0">
              <a:solidFill>
                <a:srgbClr val="000000"/>
              </a:solidFill>
              <a:latin typeface="Arial" panose="020B0604020202020204" pitchFamily="34" charset="0"/>
              <a:sym typeface="Arial"/>
            </a:endParaRPr>
          </a:p>
        </p:txBody>
      </p:sp>
      <p:sp>
        <p:nvSpPr>
          <p:cNvPr id="11" name="Google Shape;463;p25">
            <a:extLst>
              <a:ext uri="{FF2B5EF4-FFF2-40B4-BE49-F238E27FC236}">
                <a16:creationId xmlns:a16="http://schemas.microsoft.com/office/drawing/2014/main" id="{6CD1570B-364F-B8C5-4A98-CD29D8FEAA21}"/>
              </a:ext>
            </a:extLst>
          </p:cNvPr>
          <p:cNvSpPr txBox="1">
            <a:spLocks/>
          </p:cNvSpPr>
          <p:nvPr/>
        </p:nvSpPr>
        <p:spPr>
          <a:xfrm>
            <a:off x="9482138" y="2771987"/>
            <a:ext cx="4674129" cy="1520376"/>
          </a:xfrm>
          <a:prstGeom prst="rect">
            <a:avLst/>
          </a:prstGeom>
          <a:noFill/>
          <a:ln>
            <a:noFill/>
          </a:ln>
        </p:spPr>
        <p:txBody>
          <a:bodyPr spcFirstLastPara="1" wrap="square" lIns="0" tIns="45700" rIns="0" bIns="45700" anchor="b"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800"/>
              <a:buFont typeface="Arial"/>
              <a:buNone/>
              <a:defRPr sz="5800" b="1" i="0" u="none" strike="noStrike" cap="none">
                <a:solidFill>
                  <a:schemeClr val="dk1"/>
                </a:solidFill>
                <a:latin typeface="Arial" panose="020B0503030300000000" pitchFamily="34"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nSpc>
                <a:spcPct val="80000"/>
              </a:lnSpc>
              <a:buClr>
                <a:schemeClr val="lt1"/>
              </a:buClr>
            </a:pPr>
            <a:r>
              <a:rPr lang="en-US" b="0" dirty="0">
                <a:latin typeface="Arial" panose="020B0604020202020204" pitchFamily="34" charset="0"/>
              </a:rPr>
              <a:t>Analyst Overload</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0"/>
        <p:cNvGrpSpPr/>
        <p:nvPr/>
      </p:nvGrpSpPr>
      <p:grpSpPr>
        <a:xfrm>
          <a:off x="0" y="0"/>
          <a:ext cx="0" cy="0"/>
          <a:chOff x="0" y="0"/>
          <a:chExt cx="0" cy="0"/>
        </a:xfrm>
      </p:grpSpPr>
      <p:grpSp>
        <p:nvGrpSpPr>
          <p:cNvPr id="1781" name="Google Shape;1781;p131"/>
          <p:cNvGrpSpPr/>
          <p:nvPr/>
        </p:nvGrpSpPr>
        <p:grpSpPr>
          <a:xfrm>
            <a:off x="5805471" y="2236001"/>
            <a:ext cx="6658388" cy="5767468"/>
            <a:chOff x="5805471" y="2236001"/>
            <a:chExt cx="6658388" cy="5767468"/>
          </a:xfrm>
        </p:grpSpPr>
        <p:pic>
          <p:nvPicPr>
            <p:cNvPr id="1782" name="Google Shape;1782;p131" descr="preencoded.png"/>
            <p:cNvPicPr preferRelativeResize="0"/>
            <p:nvPr/>
          </p:nvPicPr>
          <p:blipFill rotWithShape="1">
            <a:blip r:embed="rId4">
              <a:alphaModFix/>
            </a:blip>
            <a:srcRect/>
            <a:stretch/>
          </p:blipFill>
          <p:spPr>
            <a:xfrm>
              <a:off x="7917318" y="2236001"/>
              <a:ext cx="4546541" cy="4961294"/>
            </a:xfrm>
            <a:prstGeom prst="rect">
              <a:avLst/>
            </a:prstGeom>
            <a:noFill/>
            <a:ln>
              <a:noFill/>
            </a:ln>
          </p:spPr>
        </p:pic>
        <p:pic>
          <p:nvPicPr>
            <p:cNvPr id="1783" name="Google Shape;1783;p131" descr="preencoded.png"/>
            <p:cNvPicPr preferRelativeResize="0"/>
            <p:nvPr/>
          </p:nvPicPr>
          <p:blipFill rotWithShape="1">
            <a:blip r:embed="rId5">
              <a:alphaModFix/>
            </a:blip>
            <a:srcRect/>
            <a:stretch/>
          </p:blipFill>
          <p:spPr>
            <a:xfrm>
              <a:off x="6279922" y="5084116"/>
              <a:ext cx="5725517" cy="2919353"/>
            </a:xfrm>
            <a:prstGeom prst="rect">
              <a:avLst/>
            </a:prstGeom>
            <a:noFill/>
            <a:ln>
              <a:noFill/>
            </a:ln>
          </p:spPr>
        </p:pic>
        <p:pic>
          <p:nvPicPr>
            <p:cNvPr id="1784" name="Google Shape;1784;p131" descr="preencoded.png"/>
            <p:cNvPicPr preferRelativeResize="0"/>
            <p:nvPr/>
          </p:nvPicPr>
          <p:blipFill rotWithShape="1">
            <a:blip r:embed="rId6">
              <a:alphaModFix/>
            </a:blip>
            <a:srcRect/>
            <a:stretch/>
          </p:blipFill>
          <p:spPr>
            <a:xfrm>
              <a:off x="5805471" y="2237744"/>
              <a:ext cx="4548231" cy="4958681"/>
            </a:xfrm>
            <a:prstGeom prst="rect">
              <a:avLst/>
            </a:prstGeom>
            <a:noFill/>
            <a:ln>
              <a:noFill/>
            </a:ln>
          </p:spPr>
        </p:pic>
        <p:pic>
          <p:nvPicPr>
            <p:cNvPr id="1785" name="Google Shape;1785;p131"/>
            <p:cNvPicPr preferRelativeResize="0"/>
            <p:nvPr/>
          </p:nvPicPr>
          <p:blipFill rotWithShape="1">
            <a:blip r:embed="rId7">
              <a:alphaModFix/>
            </a:blip>
            <a:srcRect/>
            <a:stretch/>
          </p:blipFill>
          <p:spPr>
            <a:xfrm>
              <a:off x="6943723" y="3248037"/>
              <a:ext cx="1428750" cy="1428750"/>
            </a:xfrm>
            <a:prstGeom prst="rect">
              <a:avLst/>
            </a:prstGeom>
            <a:noFill/>
            <a:ln>
              <a:noFill/>
            </a:ln>
          </p:spPr>
        </p:pic>
        <p:pic>
          <p:nvPicPr>
            <p:cNvPr id="1786" name="Google Shape;1786;p131"/>
            <p:cNvPicPr preferRelativeResize="0"/>
            <p:nvPr/>
          </p:nvPicPr>
          <p:blipFill rotWithShape="1">
            <a:blip r:embed="rId8">
              <a:alphaModFix/>
            </a:blip>
            <a:srcRect/>
            <a:stretch/>
          </p:blipFill>
          <p:spPr>
            <a:xfrm>
              <a:off x="10205605" y="3248037"/>
              <a:ext cx="1428750" cy="1428750"/>
            </a:xfrm>
            <a:prstGeom prst="rect">
              <a:avLst/>
            </a:prstGeom>
            <a:noFill/>
            <a:ln>
              <a:noFill/>
            </a:ln>
          </p:spPr>
        </p:pic>
        <p:pic>
          <p:nvPicPr>
            <p:cNvPr id="1787" name="Google Shape;1787;p131"/>
            <p:cNvPicPr preferRelativeResize="0"/>
            <p:nvPr/>
          </p:nvPicPr>
          <p:blipFill rotWithShape="1">
            <a:blip r:embed="rId9">
              <a:alphaModFix/>
            </a:blip>
            <a:srcRect/>
            <a:stretch/>
          </p:blipFill>
          <p:spPr>
            <a:xfrm>
              <a:off x="8688260" y="5829431"/>
              <a:ext cx="1428750" cy="1428750"/>
            </a:xfrm>
            <a:prstGeom prst="rect">
              <a:avLst/>
            </a:prstGeom>
            <a:noFill/>
            <a:ln>
              <a:noFill/>
            </a:ln>
          </p:spPr>
        </p:pic>
      </p:grpSp>
      <p:sp>
        <p:nvSpPr>
          <p:cNvPr id="1788" name="Google Shape;1788;p131"/>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endParaRPr/>
          </a:p>
        </p:txBody>
      </p:sp>
      <p:sp>
        <p:nvSpPr>
          <p:cNvPr id="1789" name="Google Shape;1789;p131"/>
          <p:cNvSpPr txBox="1">
            <a:spLocks noGrp="1"/>
          </p:cNvSpPr>
          <p:nvPr>
            <p:ph type="body" idx="2"/>
          </p:nvPr>
        </p:nvSpPr>
        <p:spPr>
          <a:xfrm>
            <a:off x="576072" y="1223575"/>
            <a:ext cx="8529828" cy="40005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r>
              <a:rPr lang="en-US" dirty="0"/>
              <a:t>SOC Challenges</a:t>
            </a:r>
            <a:endParaRPr dirty="0"/>
          </a:p>
        </p:txBody>
      </p:sp>
      <p:sp>
        <p:nvSpPr>
          <p:cNvPr id="1791" name="Google Shape;1791;p131"/>
          <p:cNvSpPr/>
          <p:nvPr/>
        </p:nvSpPr>
        <p:spPr>
          <a:xfrm>
            <a:off x="1981203" y="5210179"/>
            <a:ext cx="2950370" cy="4000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26" b="0" i="0" u="none" strike="noStrike" cap="none" dirty="0">
                <a:solidFill>
                  <a:schemeClr val="accent1"/>
                </a:solidFill>
                <a:latin typeface="Arial"/>
                <a:ea typeface="Arial"/>
                <a:cs typeface="Arial"/>
                <a:sym typeface="Arial"/>
              </a:rPr>
              <a:t>Low-Fidelity Security Signals</a:t>
            </a:r>
            <a:endParaRPr sz="2626" b="0" i="0" u="none" strike="noStrike" cap="none" dirty="0">
              <a:solidFill>
                <a:schemeClr val="accent1"/>
              </a:solidFill>
              <a:latin typeface="Arial"/>
              <a:ea typeface="Arial"/>
              <a:cs typeface="Arial"/>
              <a:sym typeface="Arial"/>
            </a:endParaRPr>
          </a:p>
        </p:txBody>
      </p:sp>
      <p:sp>
        <p:nvSpPr>
          <p:cNvPr id="1794" name="Google Shape;1794;p131"/>
          <p:cNvSpPr/>
          <p:nvPr/>
        </p:nvSpPr>
        <p:spPr>
          <a:xfrm>
            <a:off x="13328701" y="2886079"/>
            <a:ext cx="2950370" cy="40005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626" b="0" i="0" u="none" strike="noStrike" cap="none" dirty="0">
                <a:solidFill>
                  <a:schemeClr val="accent1"/>
                </a:solidFill>
                <a:latin typeface="Arial"/>
                <a:ea typeface="Arial"/>
                <a:cs typeface="Arial"/>
                <a:sym typeface="Arial"/>
              </a:rPr>
              <a:t>Inefficient Processes</a:t>
            </a:r>
            <a:endParaRPr sz="2626" b="0" i="0" u="none" strike="noStrike" cap="none" dirty="0">
              <a:solidFill>
                <a:schemeClr val="accent1"/>
              </a:solidFill>
              <a:latin typeface="Arial"/>
              <a:ea typeface="Arial"/>
              <a:cs typeface="Arial"/>
              <a:sym typeface="Arial"/>
            </a:endParaRPr>
          </a:p>
        </p:txBody>
      </p:sp>
      <p:sp>
        <p:nvSpPr>
          <p:cNvPr id="1795" name="Google Shape;1795;p131"/>
          <p:cNvSpPr/>
          <p:nvPr/>
        </p:nvSpPr>
        <p:spPr>
          <a:xfrm>
            <a:off x="13328701" y="6448429"/>
            <a:ext cx="2950370" cy="40005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626" b="0" i="0" u="none" strike="noStrike" cap="none" dirty="0">
                <a:solidFill>
                  <a:schemeClr val="accent1"/>
                </a:solidFill>
                <a:latin typeface="Arial"/>
                <a:ea typeface="Arial"/>
                <a:cs typeface="Arial"/>
                <a:sym typeface="Arial"/>
              </a:rPr>
              <a:t>Siloed Tools</a:t>
            </a:r>
            <a:endParaRPr sz="2626" b="0" i="0" u="none" strike="noStrike" cap="none" dirty="0">
              <a:solidFill>
                <a:schemeClr val="accent1"/>
              </a:solidFill>
              <a:latin typeface="Arial"/>
              <a:ea typeface="Arial"/>
              <a:cs typeface="Arial"/>
              <a:sym typeface="Arial"/>
            </a:endParaRPr>
          </a:p>
        </p:txBody>
      </p:sp>
      <p:cxnSp>
        <p:nvCxnSpPr>
          <p:cNvPr id="1796" name="Google Shape;1796;p131"/>
          <p:cNvCxnSpPr/>
          <p:nvPr/>
        </p:nvCxnSpPr>
        <p:spPr>
          <a:xfrm>
            <a:off x="1981203" y="5111802"/>
            <a:ext cx="4759254" cy="0"/>
          </a:xfrm>
          <a:prstGeom prst="straightConnector1">
            <a:avLst/>
          </a:prstGeom>
          <a:noFill/>
          <a:ln w="12700" cap="flat" cmpd="sng">
            <a:solidFill>
              <a:schemeClr val="accent6"/>
            </a:solidFill>
            <a:prstDash val="solid"/>
            <a:miter lim="8000"/>
            <a:headEnd type="none" w="sm" len="sm"/>
            <a:tailEnd type="oval" w="med" len="med"/>
          </a:ln>
        </p:spPr>
      </p:cxnSp>
      <p:cxnSp>
        <p:nvCxnSpPr>
          <p:cNvPr id="1797" name="Google Shape;1797;p131"/>
          <p:cNvCxnSpPr/>
          <p:nvPr/>
        </p:nvCxnSpPr>
        <p:spPr>
          <a:xfrm rot="10800000">
            <a:off x="11355041" y="2791936"/>
            <a:ext cx="4924030" cy="0"/>
          </a:xfrm>
          <a:prstGeom prst="straightConnector1">
            <a:avLst/>
          </a:prstGeom>
          <a:noFill/>
          <a:ln w="12700" cap="flat" cmpd="sng">
            <a:solidFill>
              <a:schemeClr val="accent6"/>
            </a:solidFill>
            <a:prstDash val="solid"/>
            <a:miter lim="8000"/>
            <a:headEnd type="none" w="sm" len="sm"/>
            <a:tailEnd type="oval" w="med" len="med"/>
          </a:ln>
        </p:spPr>
      </p:cxnSp>
      <p:cxnSp>
        <p:nvCxnSpPr>
          <p:cNvPr id="1798" name="Google Shape;1798;p131"/>
          <p:cNvCxnSpPr/>
          <p:nvPr/>
        </p:nvCxnSpPr>
        <p:spPr>
          <a:xfrm rot="10800000">
            <a:off x="10797959" y="6356402"/>
            <a:ext cx="5481110" cy="0"/>
          </a:xfrm>
          <a:prstGeom prst="straightConnector1">
            <a:avLst/>
          </a:prstGeom>
          <a:noFill/>
          <a:ln w="12700" cap="flat" cmpd="sng">
            <a:solidFill>
              <a:schemeClr val="accent6"/>
            </a:solidFill>
            <a:prstDash val="solid"/>
            <a:miter lim="8000"/>
            <a:headEnd type="none" w="sm" len="sm"/>
            <a:tailEnd type="oval" w="med" len="med"/>
          </a:ln>
        </p:spPr>
      </p:cxn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6">
          <a:extLst>
            <a:ext uri="{FF2B5EF4-FFF2-40B4-BE49-F238E27FC236}">
              <a16:creationId xmlns:a16="http://schemas.microsoft.com/office/drawing/2014/main" id="{1B766A25-040B-0085-4405-A4C113955FC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B0849B5-B285-16D6-7A44-8EB3449C2D5A}"/>
              </a:ext>
            </a:extLst>
          </p:cNvPr>
          <p:cNvSpPr>
            <a:spLocks noGrp="1"/>
          </p:cNvSpPr>
          <p:nvPr>
            <p:ph type="body" idx="1"/>
          </p:nvPr>
        </p:nvSpPr>
        <p:spPr>
          <a:xfrm>
            <a:off x="87557" y="-869515"/>
            <a:ext cx="4359183" cy="2818877"/>
          </a:xfrm>
        </p:spPr>
        <p:txBody>
          <a:bodyPr/>
          <a:lstStyle/>
          <a:p>
            <a:r>
              <a:rPr lang="en-US" sz="3600" b="1" dirty="0">
                <a:solidFill>
                  <a:schemeClr val="accent1"/>
                </a:solidFill>
              </a:rPr>
              <a:t>Automatic Actions</a:t>
            </a:r>
          </a:p>
        </p:txBody>
      </p:sp>
      <p:pic>
        <p:nvPicPr>
          <p:cNvPr id="7" name="Picture 6">
            <a:extLst>
              <a:ext uri="{FF2B5EF4-FFF2-40B4-BE49-F238E27FC236}">
                <a16:creationId xmlns:a16="http://schemas.microsoft.com/office/drawing/2014/main" id="{C8A026AA-D486-57A3-A419-AC926A1CB8A9}"/>
              </a:ext>
            </a:extLst>
          </p:cNvPr>
          <p:cNvPicPr>
            <a:picLocks noChangeAspect="1"/>
          </p:cNvPicPr>
          <p:nvPr/>
        </p:nvPicPr>
        <p:blipFill>
          <a:blip r:embed="rId4"/>
          <a:stretch>
            <a:fillRect/>
          </a:stretch>
        </p:blipFill>
        <p:spPr>
          <a:xfrm>
            <a:off x="4359058" y="933451"/>
            <a:ext cx="9870510" cy="8604649"/>
          </a:xfrm>
          <a:prstGeom prst="rect">
            <a:avLst/>
          </a:prstGeom>
        </p:spPr>
      </p:pic>
      <p:sp>
        <p:nvSpPr>
          <p:cNvPr id="11" name="Text Placeholder 2">
            <a:extLst>
              <a:ext uri="{FF2B5EF4-FFF2-40B4-BE49-F238E27FC236}">
                <a16:creationId xmlns:a16="http://schemas.microsoft.com/office/drawing/2014/main" id="{46122049-11D9-31EB-4810-64679934EE6B}"/>
              </a:ext>
            </a:extLst>
          </p:cNvPr>
          <p:cNvSpPr txBox="1">
            <a:spLocks/>
          </p:cNvSpPr>
          <p:nvPr/>
        </p:nvSpPr>
        <p:spPr>
          <a:xfrm>
            <a:off x="87556" y="3053219"/>
            <a:ext cx="3970875" cy="2818877"/>
          </a:xfrm>
          <a:prstGeom prst="rect">
            <a:avLst/>
          </a:prstGeom>
          <a:noFill/>
          <a:ln>
            <a:noFill/>
          </a:ln>
        </p:spPr>
        <p:txBody>
          <a:bodyPr spcFirstLastPara="1" wrap="square" lIns="0" tIns="45700" rIns="0" bIns="4570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chemeClr val="accent6"/>
              </a:buClr>
              <a:buSzPts val="2200"/>
              <a:buFont typeface="Arial"/>
              <a:buNone/>
              <a:defRPr sz="2600" b="0" i="0" u="none" strike="noStrike" cap="none" spc="0">
                <a:solidFill>
                  <a:schemeClr val="accent6"/>
                </a:solidFill>
                <a:latin typeface="Arial"/>
                <a:ea typeface="Arial"/>
                <a:cs typeface="Arial"/>
                <a:sym typeface="Arial"/>
              </a:defRPr>
            </a:lvl1pPr>
            <a:lvl2pPr marL="914400" marR="0" lvl="1" indent="-228600" algn="l" rtl="0">
              <a:lnSpc>
                <a:spcPct val="100000"/>
              </a:lnSpc>
              <a:spcBef>
                <a:spcPts val="600"/>
              </a:spcBef>
              <a:spcAft>
                <a:spcPts val="0"/>
              </a:spcAft>
              <a:buClr>
                <a:schemeClr val="accent6"/>
              </a:buClr>
              <a:buSzPts val="2000"/>
              <a:buFont typeface="Arial"/>
              <a:buNone/>
              <a:defRPr sz="1400" b="0" i="0" u="none" strike="noStrike" cap="none" spc="0">
                <a:solidFill>
                  <a:schemeClr val="accent6"/>
                </a:solidFill>
                <a:latin typeface="Arial"/>
                <a:ea typeface="Arial"/>
                <a:cs typeface="Arial"/>
                <a:sym typeface="Arial"/>
              </a:defRPr>
            </a:lvl2pPr>
            <a:lvl3pPr marL="1371600" marR="0" lvl="2" indent="-228600" algn="l" rtl="0">
              <a:lnSpc>
                <a:spcPct val="100000"/>
              </a:lnSpc>
              <a:spcBef>
                <a:spcPts val="600"/>
              </a:spcBef>
              <a:spcAft>
                <a:spcPts val="0"/>
              </a:spcAft>
              <a:buClr>
                <a:schemeClr val="accent6"/>
              </a:buClr>
              <a:buSzPts val="1800"/>
              <a:buFont typeface="Arial"/>
              <a:buNone/>
              <a:defRPr sz="1400" b="0" i="0" u="none" strike="noStrike" cap="none" spc="0">
                <a:solidFill>
                  <a:schemeClr val="accent6"/>
                </a:solidFill>
                <a:latin typeface="Arial"/>
                <a:ea typeface="Arial"/>
                <a:cs typeface="Arial"/>
                <a:sym typeface="Arial"/>
              </a:defRPr>
            </a:lvl3pPr>
            <a:lvl4pPr marL="1828800" marR="0" lvl="3" indent="-228600" algn="l" rtl="0">
              <a:lnSpc>
                <a:spcPct val="100000"/>
              </a:lnSpc>
              <a:spcBef>
                <a:spcPts val="600"/>
              </a:spcBef>
              <a:spcAft>
                <a:spcPts val="0"/>
              </a:spcAft>
              <a:buClr>
                <a:schemeClr val="accent6"/>
              </a:buClr>
              <a:buSzPts val="1600"/>
              <a:buFont typeface="Arial"/>
              <a:buNone/>
              <a:defRPr sz="1400" b="0" i="0" u="none" strike="noStrike" cap="none" spc="0">
                <a:solidFill>
                  <a:schemeClr val="accent6"/>
                </a:solidFill>
                <a:latin typeface="Arial"/>
                <a:ea typeface="Arial"/>
                <a:cs typeface="Arial"/>
                <a:sym typeface="Arial"/>
              </a:defRPr>
            </a:lvl4pPr>
            <a:lvl5pPr marL="2286000" marR="0" lvl="4" indent="-228600" algn="l" rtl="0">
              <a:lnSpc>
                <a:spcPct val="100000"/>
              </a:lnSpc>
              <a:spcBef>
                <a:spcPts val="600"/>
              </a:spcBef>
              <a:spcAft>
                <a:spcPts val="0"/>
              </a:spcAft>
              <a:buClr>
                <a:schemeClr val="accent6"/>
              </a:buClr>
              <a:buSzPts val="1400"/>
              <a:buFont typeface="Arial"/>
              <a:buNone/>
              <a:defRPr sz="1400" b="0" i="0" u="none" strike="noStrike" cap="none" spc="0">
                <a:solidFill>
                  <a:schemeClr val="accent6"/>
                </a:solidFill>
                <a:latin typeface="Arial"/>
                <a:ea typeface="Arial"/>
                <a:cs typeface="Arial"/>
                <a:sym typeface="Arial"/>
              </a:defRPr>
            </a:lvl5pPr>
            <a:lvl6pPr marL="2743200" marR="0" lvl="5" indent="-400050" algn="l" rtl="0">
              <a:lnSpc>
                <a:spcPct val="90000"/>
              </a:lnSpc>
              <a:spcBef>
                <a:spcPts val="750"/>
              </a:spcBef>
              <a:spcAft>
                <a:spcPts val="0"/>
              </a:spcAft>
              <a:buClr>
                <a:schemeClr val="accent6"/>
              </a:buClr>
              <a:buSzPts val="2700"/>
              <a:buFont typeface="Arial"/>
              <a:buChar char="•"/>
              <a:defRPr sz="1400" b="0" i="0" u="none" strike="noStrike" cap="none" spc="0">
                <a:solidFill>
                  <a:schemeClr val="accent6"/>
                </a:solidFill>
                <a:latin typeface="Arial"/>
                <a:ea typeface="Arial"/>
                <a:cs typeface="Arial"/>
                <a:sym typeface="Arial"/>
              </a:defRPr>
            </a:lvl6pPr>
            <a:lvl7pPr marL="3200400" marR="0" lvl="6" indent="-400050" algn="l" rtl="0">
              <a:lnSpc>
                <a:spcPct val="90000"/>
              </a:lnSpc>
              <a:spcBef>
                <a:spcPts val="750"/>
              </a:spcBef>
              <a:spcAft>
                <a:spcPts val="0"/>
              </a:spcAft>
              <a:buClr>
                <a:schemeClr val="accent6"/>
              </a:buClr>
              <a:buSzPts val="2700"/>
              <a:buFont typeface="Arial"/>
              <a:buChar char="•"/>
              <a:defRPr sz="1400" b="0" i="0" u="none" strike="noStrike" cap="none" spc="0">
                <a:solidFill>
                  <a:schemeClr val="accent6"/>
                </a:solidFill>
                <a:latin typeface="Arial"/>
                <a:ea typeface="Arial"/>
                <a:cs typeface="Arial"/>
                <a:sym typeface="Arial"/>
              </a:defRPr>
            </a:lvl7pPr>
            <a:lvl8pPr marL="3657600" marR="0" lvl="7" indent="-400050" algn="l" rtl="0">
              <a:lnSpc>
                <a:spcPct val="90000"/>
              </a:lnSpc>
              <a:spcBef>
                <a:spcPts val="750"/>
              </a:spcBef>
              <a:spcAft>
                <a:spcPts val="0"/>
              </a:spcAft>
              <a:buClr>
                <a:schemeClr val="accent6"/>
              </a:buClr>
              <a:buSzPts val="2700"/>
              <a:buFont typeface="Arial"/>
              <a:buChar char="•"/>
              <a:defRPr sz="1400" b="0" i="0" u="none" strike="noStrike" cap="none" spc="0">
                <a:solidFill>
                  <a:schemeClr val="accent6"/>
                </a:solidFill>
                <a:latin typeface="Arial"/>
                <a:ea typeface="Arial"/>
                <a:cs typeface="Arial"/>
                <a:sym typeface="Arial"/>
              </a:defRPr>
            </a:lvl8pPr>
            <a:lvl9pPr marL="4114800" marR="0" lvl="8" indent="-400050" algn="l" rtl="0">
              <a:lnSpc>
                <a:spcPct val="90000"/>
              </a:lnSpc>
              <a:spcBef>
                <a:spcPts val="750"/>
              </a:spcBef>
              <a:spcAft>
                <a:spcPts val="0"/>
              </a:spcAft>
              <a:buClr>
                <a:schemeClr val="accent6"/>
              </a:buClr>
              <a:buSzPts val="2700"/>
              <a:buFont typeface="Arial"/>
              <a:buChar char="•"/>
              <a:defRPr sz="1400" b="0" i="0" u="none" strike="noStrike" cap="none" spc="0">
                <a:solidFill>
                  <a:schemeClr val="accent6"/>
                </a:solidFill>
                <a:latin typeface="Arial"/>
                <a:ea typeface="Arial"/>
                <a:cs typeface="Arial"/>
                <a:sym typeface="Arial"/>
              </a:defRPr>
            </a:lvl9pPr>
          </a:lstStyle>
          <a:p>
            <a:pPr algn="ctr"/>
            <a:r>
              <a:rPr lang="en-US" sz="3200" b="1" dirty="0">
                <a:solidFill>
                  <a:schemeClr val="accent1"/>
                </a:solidFill>
              </a:rPr>
              <a:t>SOAR</a:t>
            </a:r>
          </a:p>
        </p:txBody>
      </p:sp>
    </p:spTree>
    <p:custDataLst>
      <p:tags r:id="rId1"/>
    </p:custDataLst>
    <p:extLst>
      <p:ext uri="{BB962C8B-B14F-4D97-AF65-F5344CB8AC3E}">
        <p14:creationId xmlns:p14="http://schemas.microsoft.com/office/powerpoint/2010/main" val="849180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8" name="Google Shape;242;p77">
            <a:extLst>
              <a:ext uri="{FF2B5EF4-FFF2-40B4-BE49-F238E27FC236}">
                <a16:creationId xmlns:a16="http://schemas.microsoft.com/office/drawing/2014/main" id="{4FCC5C18-81DB-9DA3-4739-260856EB8988}"/>
              </a:ext>
            </a:extLst>
          </p:cNvPr>
          <p:cNvSpPr txBox="1">
            <a:spLocks/>
          </p:cNvSpPr>
          <p:nvPr/>
        </p:nvSpPr>
        <p:spPr>
          <a:xfrm>
            <a:off x="809625" y="2662946"/>
            <a:ext cx="6696075" cy="984845"/>
          </a:xfrm>
          <a:prstGeom prst="rect">
            <a:avLst/>
          </a:prstGeom>
          <a:noFill/>
          <a:ln>
            <a:noFill/>
          </a:ln>
        </p:spPr>
        <p:txBody>
          <a:bodyPr spcFirstLastPara="1" wrap="square" lIns="0" tIns="45700" rIns="0" bIns="45700" anchor="b"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sz="5800" dirty="0">
                <a:solidFill>
                  <a:schemeClr val="dk1"/>
                </a:solidFill>
                <a:latin typeface="Arial" panose="020B0604020202020204" pitchFamily="34" charset="0"/>
              </a:rPr>
              <a:t>Hyperautomation</a:t>
            </a:r>
          </a:p>
        </p:txBody>
      </p:sp>
      <p:sp>
        <p:nvSpPr>
          <p:cNvPr id="9" name="Google Shape;243;p77">
            <a:extLst>
              <a:ext uri="{FF2B5EF4-FFF2-40B4-BE49-F238E27FC236}">
                <a16:creationId xmlns:a16="http://schemas.microsoft.com/office/drawing/2014/main" id="{81A6D5A0-D5FA-447D-81AA-39EB8572C469}"/>
              </a:ext>
            </a:extLst>
          </p:cNvPr>
          <p:cNvSpPr txBox="1">
            <a:spLocks noGrp="1"/>
          </p:cNvSpPr>
          <p:nvPr>
            <p:ph type="body" idx="1"/>
          </p:nvPr>
        </p:nvSpPr>
        <p:spPr>
          <a:xfrm>
            <a:off x="809625" y="3969920"/>
            <a:ext cx="6696075" cy="2529883"/>
          </a:xfrm>
          <a:noFill/>
          <a:ln>
            <a:noFill/>
          </a:ln>
        </p:spPr>
        <p:txBody>
          <a:bodyPr spcFirstLastPara="1" wrap="square" lIns="0" tIns="45700" rIns="0" bIns="45700" anchor="t" anchorCtr="0">
            <a:spAutoFit/>
          </a:bodyPr>
          <a:lstStyle/>
          <a:p>
            <a:pPr lvl="0"/>
            <a:r>
              <a:rPr lang="en-US" sz="2400" i="1" dirty="0">
                <a:latin typeface="Lato"/>
                <a:ea typeface="Lato"/>
                <a:cs typeface="Lato"/>
                <a:sym typeface="Lato"/>
              </a:rPr>
              <a:t>“Hyperautomation is a business-driven, disciplined approach that organizations use to rapidly identify, vet and automate as many business and IT processes as possible״.</a:t>
            </a:r>
          </a:p>
          <a:p>
            <a:pPr lvl="0"/>
            <a:endParaRPr lang="en-US" sz="2400" i="1" dirty="0">
              <a:latin typeface="Lato"/>
              <a:ea typeface="Lato"/>
              <a:cs typeface="Lato"/>
              <a:sym typeface="Lato"/>
            </a:endParaRPr>
          </a:p>
          <a:p>
            <a:pPr lvl="0"/>
            <a:r>
              <a:rPr lang="en-US" sz="2400" i="1" dirty="0">
                <a:latin typeface="Lato"/>
                <a:ea typeface="Lato"/>
                <a:cs typeface="Lato"/>
                <a:sym typeface="Lato"/>
              </a:rPr>
              <a:t>- </a:t>
            </a:r>
            <a:r>
              <a:rPr lang="en-US" sz="2400" dirty="0">
                <a:latin typeface="Lato"/>
                <a:ea typeface="Lato"/>
                <a:cs typeface="Lato"/>
                <a:sym typeface="Lato"/>
              </a:rPr>
              <a:t>Gartner</a:t>
            </a:r>
          </a:p>
        </p:txBody>
      </p:sp>
      <p:pic>
        <p:nvPicPr>
          <p:cNvPr id="10" name="Google Shape;489;p67">
            <a:extLst>
              <a:ext uri="{FF2B5EF4-FFF2-40B4-BE49-F238E27FC236}">
                <a16:creationId xmlns:a16="http://schemas.microsoft.com/office/drawing/2014/main" id="{42B38E6B-E208-3394-67A8-087CB98BB992}"/>
              </a:ext>
            </a:extLst>
          </p:cNvPr>
          <p:cNvPicPr preferRelativeResize="0">
            <a:picLocks/>
          </p:cNvPicPr>
          <p:nvPr/>
        </p:nvPicPr>
        <p:blipFill rotWithShape="1">
          <a:blip r:embed="rId4">
            <a:alphaModFix/>
          </a:blip>
          <a:srcRect l="413" r="413"/>
          <a:stretch/>
        </p:blipFill>
        <p:spPr>
          <a:xfrm>
            <a:off x="9001125" y="-42863"/>
            <a:ext cx="9286875" cy="10329863"/>
          </a:xfrm>
          <a:prstGeom prst="rect">
            <a:avLst/>
          </a:prstGeom>
          <a:noFill/>
          <a:ln>
            <a:noFill/>
          </a:ln>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sp>
        <p:nvSpPr>
          <p:cNvPr id="1205" name="Google Shape;1205;p89"/>
          <p:cNvSpPr txBox="1">
            <a:spLocks noGrp="1"/>
          </p:cNvSpPr>
          <p:nvPr>
            <p:ph type="body" idx="1"/>
          </p:nvPr>
        </p:nvSpPr>
        <p:spPr>
          <a:xfrm>
            <a:off x="576072" y="1223575"/>
            <a:ext cx="8529900" cy="40020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r>
              <a:rPr lang="en-US"/>
              <a:t>The Value of the Singularity Platform</a:t>
            </a:r>
            <a:endParaRPr/>
          </a:p>
        </p:txBody>
      </p:sp>
      <p:sp>
        <p:nvSpPr>
          <p:cNvPr id="1206" name="Google Shape;1206;p89"/>
          <p:cNvSpPr txBox="1">
            <a:spLocks noGrp="1"/>
          </p:cNvSpPr>
          <p:nvPr>
            <p:ph type="body" idx="2"/>
          </p:nvPr>
        </p:nvSpPr>
        <p:spPr>
          <a:xfrm>
            <a:off x="982599" y="4229862"/>
            <a:ext cx="3363900"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dirty="0"/>
              <a:t>Automate quarantine, kill, and rollback actions.</a:t>
            </a:r>
          </a:p>
          <a:p>
            <a:pPr marL="0" lvl="0" indent="0" algn="l" rtl="0">
              <a:lnSpc>
                <a:spcPct val="100000"/>
              </a:lnSpc>
              <a:spcBef>
                <a:spcPts val="0"/>
              </a:spcBef>
              <a:spcAft>
                <a:spcPts val="0"/>
              </a:spcAft>
              <a:buClr>
                <a:schemeClr val="accent1"/>
              </a:buClr>
              <a:buSzPts val="2240"/>
              <a:buFont typeface="Arial"/>
              <a:buNone/>
            </a:pPr>
            <a:endParaRPr sz="2400" i="1" dirty="0">
              <a:solidFill>
                <a:schemeClr val="accent2"/>
              </a:solidFill>
              <a:latin typeface="Lato"/>
            </a:endParaRPr>
          </a:p>
        </p:txBody>
      </p:sp>
      <p:sp>
        <p:nvSpPr>
          <p:cNvPr id="1207" name="Google Shape;1207;p89"/>
          <p:cNvSpPr txBox="1">
            <a:spLocks noGrp="1"/>
          </p:cNvSpPr>
          <p:nvPr>
            <p:ph type="body" idx="3"/>
          </p:nvPr>
        </p:nvSpPr>
        <p:spPr>
          <a:xfrm>
            <a:off x="982599" y="3429762"/>
            <a:ext cx="3363900"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Endpoint Threat Mitigation</a:t>
            </a:r>
            <a:endParaRPr dirty="0"/>
          </a:p>
        </p:txBody>
      </p:sp>
      <p:sp>
        <p:nvSpPr>
          <p:cNvPr id="1208" name="Google Shape;1208;p89"/>
          <p:cNvSpPr txBox="1">
            <a:spLocks noGrp="1"/>
          </p:cNvSpPr>
          <p:nvPr>
            <p:ph type="body" idx="4"/>
          </p:nvPr>
        </p:nvSpPr>
        <p:spPr>
          <a:xfrm>
            <a:off x="5281893" y="4229862"/>
            <a:ext cx="3363900" cy="800100"/>
          </a:xfrm>
          <a:prstGeom prst="rect">
            <a:avLst/>
          </a:prstGeom>
          <a:noFill/>
          <a:ln>
            <a:noFill/>
          </a:ln>
        </p:spPr>
        <p:txBody>
          <a:bodyPr spcFirstLastPara="1" wrap="square" lIns="0" tIns="45700" rIns="0" bIns="45700" anchor="t" anchorCtr="0">
            <a:noAutofit/>
          </a:bodyPr>
          <a:lstStyle/>
          <a:p>
            <a:pPr marL="0" indent="0">
              <a:buClr>
                <a:schemeClr val="accent1"/>
              </a:buClr>
            </a:pPr>
            <a:r>
              <a:rPr lang="en-US" dirty="0"/>
              <a:t>Handle access blocks, 2FA, and JIT provisioning.</a:t>
            </a:r>
          </a:p>
          <a:p>
            <a:pPr marL="0" lvl="0" indent="0" algn="l" rtl="0">
              <a:lnSpc>
                <a:spcPct val="100000"/>
              </a:lnSpc>
              <a:spcBef>
                <a:spcPts val="0"/>
              </a:spcBef>
              <a:spcAft>
                <a:spcPts val="0"/>
              </a:spcAft>
              <a:buClr>
                <a:schemeClr val="accent1"/>
              </a:buClr>
              <a:buSzPts val="2240"/>
              <a:buFont typeface="Arial"/>
              <a:buNone/>
            </a:pPr>
            <a:endParaRPr dirty="0">
              <a:solidFill>
                <a:schemeClr val="accent5"/>
              </a:solidFill>
            </a:endParaRPr>
          </a:p>
        </p:txBody>
      </p:sp>
      <p:sp>
        <p:nvSpPr>
          <p:cNvPr id="1209" name="Google Shape;1209;p89"/>
          <p:cNvSpPr txBox="1">
            <a:spLocks noGrp="1"/>
          </p:cNvSpPr>
          <p:nvPr>
            <p:ph type="body" idx="5"/>
          </p:nvPr>
        </p:nvSpPr>
        <p:spPr>
          <a:xfrm>
            <a:off x="5281893" y="3429762"/>
            <a:ext cx="3363900"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Identity and Access</a:t>
            </a:r>
            <a:endParaRPr dirty="0"/>
          </a:p>
        </p:txBody>
      </p:sp>
      <p:sp>
        <p:nvSpPr>
          <p:cNvPr id="1210" name="Google Shape;1210;p89"/>
          <p:cNvSpPr txBox="1">
            <a:spLocks noGrp="1"/>
          </p:cNvSpPr>
          <p:nvPr>
            <p:ph type="body" idx="6"/>
          </p:nvPr>
        </p:nvSpPr>
        <p:spPr>
          <a:xfrm>
            <a:off x="9548377" y="4229862"/>
            <a:ext cx="3363900" cy="800100"/>
          </a:xfrm>
          <a:prstGeom prst="rect">
            <a:avLst/>
          </a:prstGeom>
          <a:noFill/>
          <a:ln>
            <a:noFill/>
          </a:ln>
        </p:spPr>
        <p:txBody>
          <a:bodyPr spcFirstLastPara="1" wrap="square" lIns="0" tIns="45700" rIns="0" bIns="45700" anchor="t" anchorCtr="0">
            <a:noAutofit/>
          </a:bodyPr>
          <a:lstStyle/>
          <a:p>
            <a:pPr marL="0" indent="0">
              <a:buClr>
                <a:schemeClr val="accent1"/>
              </a:buClr>
            </a:pPr>
            <a:r>
              <a:rPr lang="en-US" dirty="0"/>
              <a:t>Extract and enrich observables, analyze content.</a:t>
            </a:r>
          </a:p>
          <a:p>
            <a:pPr marL="0" lvl="0" indent="0" algn="l" rtl="0">
              <a:lnSpc>
                <a:spcPct val="100000"/>
              </a:lnSpc>
              <a:spcBef>
                <a:spcPts val="0"/>
              </a:spcBef>
              <a:spcAft>
                <a:spcPts val="0"/>
              </a:spcAft>
              <a:buClr>
                <a:schemeClr val="accent1"/>
              </a:buClr>
              <a:buSzPts val="2240"/>
              <a:buFont typeface="Arial"/>
              <a:buNone/>
            </a:pPr>
            <a:endParaRPr dirty="0">
              <a:solidFill>
                <a:schemeClr val="accent5"/>
              </a:solidFill>
            </a:endParaRPr>
          </a:p>
        </p:txBody>
      </p:sp>
      <p:sp>
        <p:nvSpPr>
          <p:cNvPr id="1211" name="Google Shape;1211;p89"/>
          <p:cNvSpPr txBox="1">
            <a:spLocks noGrp="1"/>
          </p:cNvSpPr>
          <p:nvPr>
            <p:ph type="body" idx="7"/>
          </p:nvPr>
        </p:nvSpPr>
        <p:spPr>
          <a:xfrm>
            <a:off x="9548377" y="3429762"/>
            <a:ext cx="3363900"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Email Security</a:t>
            </a:r>
            <a:endParaRPr dirty="0"/>
          </a:p>
        </p:txBody>
      </p:sp>
      <p:sp>
        <p:nvSpPr>
          <p:cNvPr id="1212" name="Google Shape;1212;p89"/>
          <p:cNvSpPr txBox="1">
            <a:spLocks noGrp="1"/>
          </p:cNvSpPr>
          <p:nvPr>
            <p:ph type="body" idx="8"/>
          </p:nvPr>
        </p:nvSpPr>
        <p:spPr>
          <a:xfrm>
            <a:off x="13813605" y="4229862"/>
            <a:ext cx="3363900" cy="800100"/>
          </a:xfrm>
          <a:prstGeom prst="rect">
            <a:avLst/>
          </a:prstGeom>
          <a:noFill/>
          <a:ln>
            <a:noFill/>
          </a:ln>
        </p:spPr>
        <p:txBody>
          <a:bodyPr spcFirstLastPara="1" wrap="square" lIns="0" tIns="45700" rIns="0" bIns="45700" anchor="t" anchorCtr="0">
            <a:noAutofit/>
          </a:bodyPr>
          <a:lstStyle/>
          <a:p>
            <a:pPr marL="0" indent="0">
              <a:buClr>
                <a:schemeClr val="accent1"/>
              </a:buClr>
            </a:pPr>
            <a:r>
              <a:rPr lang="en-US" dirty="0"/>
              <a:t>Block malicious domains, URLs, and IPs.</a:t>
            </a:r>
          </a:p>
          <a:p>
            <a:pPr marL="0" lvl="0" indent="0" algn="l" rtl="0">
              <a:lnSpc>
                <a:spcPct val="100000"/>
              </a:lnSpc>
              <a:spcBef>
                <a:spcPts val="0"/>
              </a:spcBef>
              <a:spcAft>
                <a:spcPts val="0"/>
              </a:spcAft>
              <a:buClr>
                <a:schemeClr val="accent1"/>
              </a:buClr>
              <a:buSzPts val="2240"/>
              <a:buFont typeface="Arial"/>
              <a:buNone/>
            </a:pPr>
            <a:endParaRPr dirty="0">
              <a:solidFill>
                <a:schemeClr val="accent5"/>
              </a:solidFill>
            </a:endParaRPr>
          </a:p>
        </p:txBody>
      </p:sp>
      <p:sp>
        <p:nvSpPr>
          <p:cNvPr id="1213" name="Google Shape;1213;p89"/>
          <p:cNvSpPr txBox="1">
            <a:spLocks noGrp="1"/>
          </p:cNvSpPr>
          <p:nvPr>
            <p:ph type="body" idx="9"/>
          </p:nvPr>
        </p:nvSpPr>
        <p:spPr>
          <a:xfrm>
            <a:off x="13813603" y="3429762"/>
            <a:ext cx="3363900"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Network Response</a:t>
            </a:r>
            <a:endParaRPr lang="en-US" dirty="0"/>
          </a:p>
        </p:txBody>
      </p:sp>
      <p:sp>
        <p:nvSpPr>
          <p:cNvPr id="1214" name="Google Shape;1214;p89"/>
          <p:cNvSpPr txBox="1">
            <a:spLocks noGrp="1"/>
          </p:cNvSpPr>
          <p:nvPr>
            <p:ph type="body" idx="13"/>
          </p:nvPr>
        </p:nvSpPr>
        <p:spPr>
          <a:xfrm>
            <a:off x="576072" y="533401"/>
            <a:ext cx="8529900" cy="40020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r>
              <a:rPr lang="en-US"/>
              <a:t>The Singularity Difference</a:t>
            </a:r>
            <a:endParaRPr/>
          </a:p>
        </p:txBody>
      </p:sp>
      <p:sp>
        <p:nvSpPr>
          <p:cNvPr id="1215" name="Google Shape;1215;p89"/>
          <p:cNvSpPr txBox="1">
            <a:spLocks noGrp="1"/>
          </p:cNvSpPr>
          <p:nvPr>
            <p:ph type="body" idx="14"/>
          </p:nvPr>
        </p:nvSpPr>
        <p:spPr>
          <a:xfrm>
            <a:off x="982599" y="7896226"/>
            <a:ext cx="3363918" cy="800100"/>
          </a:xfrm>
          <a:prstGeom prst="rect">
            <a:avLst/>
          </a:prstGeom>
          <a:noFill/>
          <a:ln>
            <a:noFill/>
          </a:ln>
        </p:spPr>
        <p:txBody>
          <a:bodyPr spcFirstLastPara="1" wrap="square" lIns="0" tIns="45700" rIns="0" bIns="45700" anchor="t" anchorCtr="0">
            <a:noAutofit/>
          </a:bodyPr>
          <a:lstStyle/>
          <a:p>
            <a:pPr marL="0" indent="0">
              <a:buClr>
                <a:schemeClr val="accent1"/>
              </a:buClr>
            </a:pPr>
            <a:r>
              <a:rPr lang="en-US" dirty="0"/>
              <a:t>Automate ticket creation, escalation, and reporting.</a:t>
            </a:r>
          </a:p>
          <a:p>
            <a:pPr marL="0" lvl="0" indent="0" algn="l" rtl="0">
              <a:lnSpc>
                <a:spcPct val="100000"/>
              </a:lnSpc>
              <a:spcBef>
                <a:spcPts val="0"/>
              </a:spcBef>
              <a:spcAft>
                <a:spcPts val="0"/>
              </a:spcAft>
              <a:buClr>
                <a:schemeClr val="accent1"/>
              </a:buClr>
              <a:buSzPts val="2240"/>
              <a:buFont typeface="Arial"/>
              <a:buNone/>
            </a:pPr>
            <a:endParaRPr dirty="0">
              <a:solidFill>
                <a:schemeClr val="accent5"/>
              </a:solidFill>
            </a:endParaRPr>
          </a:p>
        </p:txBody>
      </p:sp>
      <p:sp>
        <p:nvSpPr>
          <p:cNvPr id="1216" name="Google Shape;1216;p89"/>
          <p:cNvSpPr txBox="1">
            <a:spLocks noGrp="1"/>
          </p:cNvSpPr>
          <p:nvPr>
            <p:ph type="body" idx="15"/>
          </p:nvPr>
        </p:nvSpPr>
        <p:spPr>
          <a:xfrm>
            <a:off x="982599" y="7096126"/>
            <a:ext cx="3363918"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Ticketing and Reporting</a:t>
            </a:r>
            <a:endParaRPr dirty="0"/>
          </a:p>
        </p:txBody>
      </p:sp>
      <p:sp>
        <p:nvSpPr>
          <p:cNvPr id="1217" name="Google Shape;1217;p89"/>
          <p:cNvSpPr txBox="1">
            <a:spLocks noGrp="1"/>
          </p:cNvSpPr>
          <p:nvPr>
            <p:ph type="body" idx="16"/>
          </p:nvPr>
        </p:nvSpPr>
        <p:spPr>
          <a:xfrm>
            <a:off x="5281893" y="7896226"/>
            <a:ext cx="3363918" cy="800100"/>
          </a:xfrm>
          <a:prstGeom prst="rect">
            <a:avLst/>
          </a:prstGeom>
          <a:noFill/>
          <a:ln>
            <a:noFill/>
          </a:ln>
        </p:spPr>
        <p:txBody>
          <a:bodyPr spcFirstLastPara="1" wrap="square" lIns="0" tIns="45700" rIns="0" bIns="45700" anchor="t" anchorCtr="0">
            <a:noAutofit/>
          </a:bodyPr>
          <a:lstStyle/>
          <a:p>
            <a:pPr marL="0" indent="0">
              <a:buClr>
                <a:schemeClr val="accent1"/>
              </a:buClr>
            </a:pPr>
            <a:r>
              <a:rPr lang="en-US" dirty="0"/>
              <a:t>Analyze, prioritize, mitigate, and remediate exposures.</a:t>
            </a:r>
          </a:p>
          <a:p>
            <a:pPr marL="0" lvl="0" indent="0" algn="l" rtl="0">
              <a:lnSpc>
                <a:spcPct val="100000"/>
              </a:lnSpc>
              <a:spcBef>
                <a:spcPts val="0"/>
              </a:spcBef>
              <a:spcAft>
                <a:spcPts val="0"/>
              </a:spcAft>
              <a:buClr>
                <a:schemeClr val="accent1"/>
              </a:buClr>
              <a:buSzPts val="2240"/>
              <a:buFont typeface="Arial"/>
              <a:buNone/>
            </a:pPr>
            <a:endParaRPr dirty="0">
              <a:solidFill>
                <a:schemeClr val="accent5"/>
              </a:solidFill>
            </a:endParaRPr>
          </a:p>
        </p:txBody>
      </p:sp>
      <p:sp>
        <p:nvSpPr>
          <p:cNvPr id="1218" name="Google Shape;1218;p89"/>
          <p:cNvSpPr txBox="1">
            <a:spLocks noGrp="1"/>
          </p:cNvSpPr>
          <p:nvPr>
            <p:ph type="body" idx="17"/>
          </p:nvPr>
        </p:nvSpPr>
        <p:spPr>
          <a:xfrm>
            <a:off x="5281893" y="7096126"/>
            <a:ext cx="3363918"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Exposure Management</a:t>
            </a:r>
            <a:endParaRPr dirty="0"/>
          </a:p>
        </p:txBody>
      </p:sp>
      <p:sp>
        <p:nvSpPr>
          <p:cNvPr id="1219" name="Google Shape;1219;p89"/>
          <p:cNvSpPr txBox="1">
            <a:spLocks noGrp="1"/>
          </p:cNvSpPr>
          <p:nvPr>
            <p:ph type="body" idx="18"/>
          </p:nvPr>
        </p:nvSpPr>
        <p:spPr>
          <a:xfrm>
            <a:off x="9548377" y="7896226"/>
            <a:ext cx="3363918" cy="800100"/>
          </a:xfrm>
          <a:prstGeom prst="rect">
            <a:avLst/>
          </a:prstGeom>
          <a:noFill/>
          <a:ln>
            <a:noFill/>
          </a:ln>
        </p:spPr>
        <p:txBody>
          <a:bodyPr spcFirstLastPara="1" wrap="square" lIns="0" tIns="45700" rIns="0" bIns="45700" anchor="t" anchorCtr="0">
            <a:noAutofit/>
          </a:bodyPr>
          <a:lstStyle/>
          <a:p>
            <a:pPr marL="0" indent="0">
              <a:buClr>
                <a:schemeClr val="accent1"/>
              </a:buClr>
            </a:pPr>
            <a:r>
              <a:rPr lang="en-US" dirty="0"/>
              <a:t>Enable triage, threat hunting, and posture management.</a:t>
            </a:r>
          </a:p>
        </p:txBody>
      </p:sp>
      <p:sp>
        <p:nvSpPr>
          <p:cNvPr id="1220" name="Google Shape;1220;p89"/>
          <p:cNvSpPr txBox="1">
            <a:spLocks noGrp="1"/>
          </p:cNvSpPr>
          <p:nvPr>
            <p:ph type="body" idx="19"/>
          </p:nvPr>
        </p:nvSpPr>
        <p:spPr>
          <a:xfrm>
            <a:off x="9548377" y="7096126"/>
            <a:ext cx="3363918"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Threat Hunting and Response</a:t>
            </a:r>
            <a:endParaRPr dirty="0"/>
          </a:p>
        </p:txBody>
      </p:sp>
      <p:sp>
        <p:nvSpPr>
          <p:cNvPr id="1221" name="Google Shape;1221;p89"/>
          <p:cNvSpPr txBox="1">
            <a:spLocks noGrp="1"/>
          </p:cNvSpPr>
          <p:nvPr>
            <p:ph type="body" idx="20"/>
          </p:nvPr>
        </p:nvSpPr>
        <p:spPr>
          <a:xfrm>
            <a:off x="13813605" y="7896226"/>
            <a:ext cx="3363918"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dirty="0">
                <a:solidFill>
                  <a:schemeClr val="accent5"/>
                </a:solidFill>
              </a:rPr>
              <a:t>Automate triage, correlation, and enrichment</a:t>
            </a:r>
            <a:endParaRPr dirty="0">
              <a:solidFill>
                <a:schemeClr val="accent5"/>
              </a:solidFill>
            </a:endParaRPr>
          </a:p>
        </p:txBody>
      </p:sp>
      <p:sp>
        <p:nvSpPr>
          <p:cNvPr id="1222" name="Google Shape;1222;p89"/>
          <p:cNvSpPr txBox="1">
            <a:spLocks noGrp="1"/>
          </p:cNvSpPr>
          <p:nvPr>
            <p:ph type="body" idx="21"/>
          </p:nvPr>
        </p:nvSpPr>
        <p:spPr>
          <a:xfrm>
            <a:off x="13813603" y="7096126"/>
            <a:ext cx="3363918" cy="80010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Clr>
                <a:schemeClr val="accent1"/>
              </a:buClr>
              <a:buSzPts val="2240"/>
              <a:buFont typeface="Arial"/>
              <a:buNone/>
            </a:pPr>
            <a:r>
              <a:rPr lang="en-US" sz="2000" dirty="0"/>
              <a:t>Alert Triage and Enrichment</a:t>
            </a:r>
            <a:endParaRPr dirty="0"/>
          </a:p>
        </p:txBody>
      </p:sp>
      <p:pic>
        <p:nvPicPr>
          <p:cNvPr id="1230" name="Google Shape;1230;p89"/>
          <p:cNvPicPr preferRelativeResize="0"/>
          <p:nvPr/>
        </p:nvPicPr>
        <p:blipFill rotWithShape="1">
          <a:blip r:embed="rId4">
            <a:alphaModFix/>
          </a:blip>
          <a:srcRect/>
          <a:stretch/>
        </p:blipFill>
        <p:spPr>
          <a:xfrm>
            <a:off x="982601" y="2618579"/>
            <a:ext cx="629362" cy="542218"/>
          </a:xfrm>
          <a:prstGeom prst="rect">
            <a:avLst/>
          </a:prstGeom>
          <a:noFill/>
          <a:ln>
            <a:noFill/>
          </a:ln>
        </p:spPr>
      </p:pic>
      <p:pic>
        <p:nvPicPr>
          <p:cNvPr id="3" name="Google Shape;2542;p156">
            <a:extLst>
              <a:ext uri="{FF2B5EF4-FFF2-40B4-BE49-F238E27FC236}">
                <a16:creationId xmlns:a16="http://schemas.microsoft.com/office/drawing/2014/main" id="{758C3867-6C85-B8C1-9CAF-0C02932AB3DC}"/>
              </a:ext>
            </a:extLst>
          </p:cNvPr>
          <p:cNvPicPr preferRelativeResize="0"/>
          <p:nvPr/>
        </p:nvPicPr>
        <p:blipFill rotWithShape="1">
          <a:blip r:embed="rId5">
            <a:alphaModFix/>
          </a:blip>
          <a:srcRect/>
          <a:stretch/>
        </p:blipFill>
        <p:spPr>
          <a:xfrm>
            <a:off x="5196580" y="2529686"/>
            <a:ext cx="720000" cy="720000"/>
          </a:xfrm>
          <a:prstGeom prst="rect">
            <a:avLst/>
          </a:prstGeom>
          <a:noFill/>
          <a:ln>
            <a:noFill/>
          </a:ln>
        </p:spPr>
      </p:pic>
      <p:pic>
        <p:nvPicPr>
          <p:cNvPr id="5" name="Google Shape;2447;p155">
            <a:extLst>
              <a:ext uri="{FF2B5EF4-FFF2-40B4-BE49-F238E27FC236}">
                <a16:creationId xmlns:a16="http://schemas.microsoft.com/office/drawing/2014/main" id="{77CE4FEC-74E8-B553-A866-49B956B190D3}"/>
              </a:ext>
            </a:extLst>
          </p:cNvPr>
          <p:cNvPicPr preferRelativeResize="0"/>
          <p:nvPr/>
        </p:nvPicPr>
        <p:blipFill rotWithShape="1">
          <a:blip r:embed="rId6">
            <a:alphaModFix/>
          </a:blip>
          <a:srcRect/>
          <a:stretch/>
        </p:blipFill>
        <p:spPr>
          <a:xfrm>
            <a:off x="9478180" y="2560864"/>
            <a:ext cx="720000" cy="720000"/>
          </a:xfrm>
          <a:prstGeom prst="rect">
            <a:avLst/>
          </a:prstGeom>
          <a:noFill/>
          <a:ln>
            <a:noFill/>
          </a:ln>
        </p:spPr>
      </p:pic>
      <p:pic>
        <p:nvPicPr>
          <p:cNvPr id="9" name="Google Shape;2425;p155">
            <a:extLst>
              <a:ext uri="{FF2B5EF4-FFF2-40B4-BE49-F238E27FC236}">
                <a16:creationId xmlns:a16="http://schemas.microsoft.com/office/drawing/2014/main" id="{DD680494-5371-678D-3197-34FC77289961}"/>
              </a:ext>
            </a:extLst>
          </p:cNvPr>
          <p:cNvPicPr preferRelativeResize="0"/>
          <p:nvPr/>
        </p:nvPicPr>
        <p:blipFill rotWithShape="1">
          <a:blip r:embed="rId7">
            <a:alphaModFix/>
          </a:blip>
          <a:srcRect/>
          <a:stretch/>
        </p:blipFill>
        <p:spPr>
          <a:xfrm>
            <a:off x="13813603" y="2623610"/>
            <a:ext cx="720000" cy="720000"/>
          </a:xfrm>
          <a:prstGeom prst="rect">
            <a:avLst/>
          </a:prstGeom>
          <a:noFill/>
          <a:ln>
            <a:noFill/>
          </a:ln>
        </p:spPr>
      </p:pic>
      <p:pic>
        <p:nvPicPr>
          <p:cNvPr id="11" name="Google Shape;2456;p155">
            <a:extLst>
              <a:ext uri="{FF2B5EF4-FFF2-40B4-BE49-F238E27FC236}">
                <a16:creationId xmlns:a16="http://schemas.microsoft.com/office/drawing/2014/main" id="{0F32C3EE-A9F5-0962-9219-0631BDCE14D5}"/>
              </a:ext>
            </a:extLst>
          </p:cNvPr>
          <p:cNvPicPr preferRelativeResize="0"/>
          <p:nvPr/>
        </p:nvPicPr>
        <p:blipFill rotWithShape="1">
          <a:blip r:embed="rId8">
            <a:alphaModFix/>
          </a:blip>
          <a:srcRect/>
          <a:stretch/>
        </p:blipFill>
        <p:spPr>
          <a:xfrm>
            <a:off x="932988" y="6165022"/>
            <a:ext cx="720000" cy="720000"/>
          </a:xfrm>
          <a:prstGeom prst="rect">
            <a:avLst/>
          </a:prstGeom>
          <a:noFill/>
          <a:ln>
            <a:noFill/>
          </a:ln>
        </p:spPr>
      </p:pic>
      <p:pic>
        <p:nvPicPr>
          <p:cNvPr id="13" name="Google Shape;2406;p155">
            <a:extLst>
              <a:ext uri="{FF2B5EF4-FFF2-40B4-BE49-F238E27FC236}">
                <a16:creationId xmlns:a16="http://schemas.microsoft.com/office/drawing/2014/main" id="{5BF23144-A8AD-B3D9-AED0-DE7121763D2A}"/>
              </a:ext>
            </a:extLst>
          </p:cNvPr>
          <p:cNvPicPr preferRelativeResize="0"/>
          <p:nvPr/>
        </p:nvPicPr>
        <p:blipFill rotWithShape="1">
          <a:blip r:embed="rId9">
            <a:alphaModFix/>
          </a:blip>
          <a:srcRect/>
          <a:stretch/>
        </p:blipFill>
        <p:spPr>
          <a:xfrm>
            <a:off x="5241991" y="6100998"/>
            <a:ext cx="943543" cy="872293"/>
          </a:xfrm>
          <a:prstGeom prst="rect">
            <a:avLst/>
          </a:prstGeom>
          <a:noFill/>
          <a:ln>
            <a:noFill/>
          </a:ln>
        </p:spPr>
      </p:pic>
      <p:pic>
        <p:nvPicPr>
          <p:cNvPr id="15" name="Google Shape;2648;p157">
            <a:extLst>
              <a:ext uri="{FF2B5EF4-FFF2-40B4-BE49-F238E27FC236}">
                <a16:creationId xmlns:a16="http://schemas.microsoft.com/office/drawing/2014/main" id="{19E15035-6525-9B31-377E-0A983B98912F}"/>
              </a:ext>
            </a:extLst>
          </p:cNvPr>
          <p:cNvPicPr preferRelativeResize="0"/>
          <p:nvPr/>
        </p:nvPicPr>
        <p:blipFill rotWithShape="1">
          <a:blip r:embed="rId10">
            <a:alphaModFix/>
          </a:blip>
          <a:srcRect/>
          <a:stretch/>
        </p:blipFill>
        <p:spPr>
          <a:xfrm>
            <a:off x="9478180" y="6131724"/>
            <a:ext cx="720000" cy="720000"/>
          </a:xfrm>
          <a:prstGeom prst="rect">
            <a:avLst/>
          </a:prstGeom>
          <a:noFill/>
          <a:ln>
            <a:noFill/>
          </a:ln>
        </p:spPr>
      </p:pic>
      <p:pic>
        <p:nvPicPr>
          <p:cNvPr id="17" name="Google Shape;2397;p155">
            <a:extLst>
              <a:ext uri="{FF2B5EF4-FFF2-40B4-BE49-F238E27FC236}">
                <a16:creationId xmlns:a16="http://schemas.microsoft.com/office/drawing/2014/main" id="{97136F8F-3FA3-9B57-B108-0BFD5B196FD7}"/>
              </a:ext>
            </a:extLst>
          </p:cNvPr>
          <p:cNvPicPr preferRelativeResize="0"/>
          <p:nvPr/>
        </p:nvPicPr>
        <p:blipFill rotWithShape="1">
          <a:blip r:embed="rId11">
            <a:alphaModFix/>
          </a:blip>
          <a:srcRect/>
          <a:stretch/>
        </p:blipFill>
        <p:spPr>
          <a:xfrm>
            <a:off x="13813603" y="6165022"/>
            <a:ext cx="720000" cy="720000"/>
          </a:xfrm>
          <a:prstGeom prst="rect">
            <a:avLst/>
          </a:prstGeom>
          <a:noFill/>
          <a:ln>
            <a:noFill/>
          </a:ln>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0"/>
        <p:cNvGrpSpPr/>
        <p:nvPr/>
      </p:nvGrpSpPr>
      <p:grpSpPr>
        <a:xfrm>
          <a:off x="0" y="0"/>
          <a:ext cx="0" cy="0"/>
          <a:chOff x="0" y="0"/>
          <a:chExt cx="0" cy="0"/>
        </a:xfrm>
      </p:grpSpPr>
      <p:sp>
        <p:nvSpPr>
          <p:cNvPr id="1261" name="Google Shape;1261;p95"/>
          <p:cNvSpPr txBox="1">
            <a:spLocks noGrp="1"/>
          </p:cNvSpPr>
          <p:nvPr>
            <p:ph type="title"/>
          </p:nvPr>
        </p:nvSpPr>
        <p:spPr>
          <a:xfrm>
            <a:off x="576075" y="2343500"/>
            <a:ext cx="8180100" cy="33249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8000"/>
              <a:buFont typeface="Arial"/>
              <a:buNone/>
            </a:pPr>
            <a:r>
              <a:rPr lang="en-US" sz="8000" b="0" i="0" u="none" strike="noStrike" cap="none">
                <a:solidFill>
                  <a:schemeClr val="lt2"/>
                </a:solidFill>
                <a:latin typeface="Arial"/>
                <a:ea typeface="Arial"/>
                <a:cs typeface="Arial"/>
                <a:sym typeface="Arial"/>
              </a:rPr>
              <a:t>Fundamentals of Hyperautomation</a:t>
            </a:r>
            <a:endParaRPr/>
          </a:p>
        </p:txBody>
      </p:sp>
      <p:sp>
        <p:nvSpPr>
          <p:cNvPr id="1262" name="Google Shape;1262;p95"/>
          <p:cNvSpPr txBox="1">
            <a:spLocks noGrp="1"/>
          </p:cNvSpPr>
          <p:nvPr>
            <p:ph type="body" idx="1"/>
          </p:nvPr>
        </p:nvSpPr>
        <p:spPr>
          <a:xfrm>
            <a:off x="567280" y="6434949"/>
            <a:ext cx="6060000" cy="40020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2"/>
              </a:buClr>
              <a:buSzPts val="2200"/>
              <a:buFont typeface="Arial"/>
              <a:buNone/>
            </a:pPr>
            <a:endParaRPr sz="3600" b="0" i="0" u="none" strike="noStrike" cap="none">
              <a:solidFill>
                <a:schemeClr val="accent2"/>
              </a:solidFill>
              <a:latin typeface="Arial"/>
              <a:ea typeface="Arial"/>
              <a:cs typeface="Arial"/>
              <a:sym typeface="Arial"/>
            </a:endParaRPr>
          </a:p>
        </p:txBody>
      </p:sp>
      <p:sp>
        <p:nvSpPr>
          <p:cNvPr id="1263" name="Google Shape;1263;p95"/>
          <p:cNvSpPr txBox="1">
            <a:spLocks noGrp="1"/>
          </p:cNvSpPr>
          <p:nvPr>
            <p:ph type="body" idx="2"/>
          </p:nvPr>
        </p:nvSpPr>
        <p:spPr>
          <a:xfrm>
            <a:off x="11648885" y="866700"/>
            <a:ext cx="6060000" cy="40020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rgbClr val="000000"/>
              </a:buClr>
              <a:buSzPts val="2200"/>
              <a:buFont typeface="Arial"/>
              <a:buNone/>
            </a:pPr>
            <a:r>
              <a:rPr lang="en-US" sz="2600" b="0" i="0" u="none" strike="noStrike" cap="none" dirty="0">
                <a:solidFill>
                  <a:schemeClr val="accent3"/>
                </a:solidFill>
                <a:latin typeface="Arial"/>
                <a:ea typeface="Arial"/>
                <a:cs typeface="Arial"/>
                <a:sym typeface="Arial"/>
              </a:rPr>
              <a:t>Hyperautomation Use Cases</a:t>
            </a:r>
            <a:endParaRPr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351"/>
        <p:cNvGrpSpPr/>
        <p:nvPr/>
      </p:nvGrpSpPr>
      <p:grpSpPr>
        <a:xfrm>
          <a:off x="0" y="0"/>
          <a:ext cx="0" cy="0"/>
          <a:chOff x="0" y="0"/>
          <a:chExt cx="0" cy="0"/>
        </a:xfrm>
      </p:grpSpPr>
      <p:pic>
        <p:nvPicPr>
          <p:cNvPr id="352" name="Google Shape;352;p80"/>
          <p:cNvPicPr preferRelativeResize="0"/>
          <p:nvPr/>
        </p:nvPicPr>
        <p:blipFill rotWithShape="1">
          <a:blip r:embed="rId4">
            <a:alphaModFix/>
          </a:blip>
          <a:srcRect/>
          <a:stretch/>
        </p:blipFill>
        <p:spPr>
          <a:xfrm>
            <a:off x="5146773" y="0"/>
            <a:ext cx="11981898" cy="9937630"/>
          </a:xfrm>
          <a:prstGeom prst="rect">
            <a:avLst/>
          </a:prstGeom>
          <a:noFill/>
          <a:ln>
            <a:noFill/>
          </a:ln>
        </p:spPr>
      </p:pic>
      <p:sp>
        <p:nvSpPr>
          <p:cNvPr id="353" name="Google Shape;353;p80"/>
          <p:cNvSpPr txBox="1"/>
          <p:nvPr/>
        </p:nvSpPr>
        <p:spPr>
          <a:xfrm>
            <a:off x="293913" y="268129"/>
            <a:ext cx="6613071" cy="545937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A5CEE"/>
              </a:buClr>
              <a:buSzPts val="6000"/>
              <a:buFont typeface="Arial"/>
              <a:buNone/>
            </a:pPr>
            <a:r>
              <a:rPr lang="en-US" sz="6000" b="1" i="0" u="none" strike="noStrike" cap="none">
                <a:solidFill>
                  <a:srgbClr val="7A5CEE"/>
                </a:solidFill>
                <a:latin typeface="Calibri"/>
                <a:ea typeface="Calibri"/>
                <a:cs typeface="Calibri"/>
                <a:sym typeface="Calibri"/>
              </a:rPr>
              <a:t>Singularity Platform</a:t>
            </a:r>
            <a:endParaRPr sz="6000" b="1" i="0" u="none" strike="noStrike" cap="none">
              <a:solidFill>
                <a:srgbClr val="7A5CEE"/>
              </a:solidFill>
              <a:highlight>
                <a:srgbClr val="FFFFFF"/>
              </a:highlight>
              <a:latin typeface="Lato"/>
              <a:ea typeface="Lato"/>
              <a:cs typeface="Lato"/>
              <a:sym typeface="Lato"/>
            </a:endParaRPr>
          </a:p>
          <a:p>
            <a:pPr marL="342900" marR="0" lvl="0" indent="-342900" algn="l" rtl="0">
              <a:lnSpc>
                <a:spcPct val="90000"/>
              </a:lnSpc>
              <a:spcBef>
                <a:spcPts val="1800"/>
              </a:spcBef>
              <a:spcAft>
                <a:spcPts val="0"/>
              </a:spcAft>
              <a:buClr>
                <a:schemeClr val="dk1"/>
              </a:buClr>
              <a:buSzPts val="1800"/>
              <a:buFont typeface="Arial"/>
              <a:buChar char="•"/>
            </a:pPr>
            <a:r>
              <a:rPr lang="en-US" sz="1800" b="0" i="0" u="none" strike="noStrike" cap="none">
                <a:solidFill>
                  <a:schemeClr val="dk1"/>
                </a:solidFill>
                <a:highlight>
                  <a:srgbClr val="FFFFFF"/>
                </a:highlight>
                <a:latin typeface="Lato"/>
                <a:ea typeface="Lato"/>
                <a:cs typeface="Lato"/>
                <a:sym typeface="Lato"/>
              </a:rPr>
              <a:t>The strongest aspect of our solution is the unified platform providing protection and visibility into the endpoint, cloud environments, Identity and Active Directory, as well third- party log sources that AI SIEM can ingest.</a:t>
            </a:r>
            <a:endParaRPr sz="1800" b="0" i="0" u="none" strike="noStrike" cap="none">
              <a:solidFill>
                <a:schemeClr val="dk1"/>
              </a:solidFill>
              <a:highlight>
                <a:srgbClr val="FFFF00"/>
              </a:highlight>
              <a:latin typeface="Lato"/>
              <a:ea typeface="Lato"/>
              <a:cs typeface="Lato"/>
              <a:sym typeface="Lato"/>
            </a:endParaRPr>
          </a:p>
          <a:p>
            <a:pPr marL="88900" marR="0" lvl="0" indent="0" algn="l" rtl="0">
              <a:lnSpc>
                <a:spcPct val="90000"/>
              </a:lnSpc>
              <a:spcBef>
                <a:spcPts val="1500"/>
              </a:spcBef>
              <a:spcAft>
                <a:spcPts val="0"/>
              </a:spcAft>
              <a:buClr>
                <a:schemeClr val="dk1"/>
              </a:buClr>
              <a:buSzPts val="4200"/>
              <a:buFont typeface="Arial"/>
              <a:buNone/>
            </a:pPr>
            <a:endParaRPr sz="4200" b="0" i="0" u="none" strike="noStrike" cap="none">
              <a:solidFill>
                <a:schemeClr val="dk1"/>
              </a:solidFill>
              <a:latin typeface="Calibri"/>
              <a:ea typeface="Calibri"/>
              <a:cs typeface="Calibri"/>
              <a:sym typeface="Calibri"/>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2"/>
        <p:cNvGrpSpPr/>
        <p:nvPr/>
      </p:nvGrpSpPr>
      <p:grpSpPr>
        <a:xfrm>
          <a:off x="0" y="0"/>
          <a:ext cx="0" cy="0"/>
          <a:chOff x="0" y="0"/>
          <a:chExt cx="0" cy="0"/>
        </a:xfrm>
      </p:grpSpPr>
      <p:grpSp>
        <p:nvGrpSpPr>
          <p:cNvPr id="1963" name="Google Shape;1963;p139"/>
          <p:cNvGrpSpPr/>
          <p:nvPr/>
        </p:nvGrpSpPr>
        <p:grpSpPr>
          <a:xfrm>
            <a:off x="5803611" y="1504525"/>
            <a:ext cx="6665898" cy="7577974"/>
            <a:chOff x="5803611" y="1504525"/>
            <a:chExt cx="6665898" cy="7577974"/>
          </a:xfrm>
        </p:grpSpPr>
        <p:pic>
          <p:nvPicPr>
            <p:cNvPr id="1964" name="Google Shape;1964;p139"/>
            <p:cNvPicPr preferRelativeResize="0"/>
            <p:nvPr/>
          </p:nvPicPr>
          <p:blipFill rotWithShape="1">
            <a:blip r:embed="rId4">
              <a:alphaModFix/>
            </a:blip>
            <a:srcRect/>
            <a:stretch/>
          </p:blipFill>
          <p:spPr>
            <a:xfrm>
              <a:off x="5803611" y="1504525"/>
              <a:ext cx="4205210" cy="3748534"/>
            </a:xfrm>
            <a:prstGeom prst="rect">
              <a:avLst/>
            </a:prstGeom>
            <a:noFill/>
            <a:ln>
              <a:noFill/>
            </a:ln>
          </p:spPr>
        </p:pic>
        <p:pic>
          <p:nvPicPr>
            <p:cNvPr id="1965" name="Google Shape;1965;p139" descr="preencoded.png"/>
            <p:cNvPicPr preferRelativeResize="0"/>
            <p:nvPr/>
          </p:nvPicPr>
          <p:blipFill rotWithShape="1">
            <a:blip r:embed="rId5">
              <a:alphaModFix/>
            </a:blip>
            <a:srcRect/>
            <a:stretch/>
          </p:blipFill>
          <p:spPr>
            <a:xfrm>
              <a:off x="8258222" y="1504525"/>
              <a:ext cx="4206007" cy="3748534"/>
            </a:xfrm>
            <a:prstGeom prst="rect">
              <a:avLst/>
            </a:prstGeom>
            <a:noFill/>
            <a:ln>
              <a:noFill/>
            </a:ln>
          </p:spPr>
        </p:pic>
        <p:pic>
          <p:nvPicPr>
            <p:cNvPr id="1966" name="Google Shape;1966;p139" descr="preencoded.png"/>
            <p:cNvPicPr preferRelativeResize="0"/>
            <p:nvPr/>
          </p:nvPicPr>
          <p:blipFill rotWithShape="1">
            <a:blip r:embed="rId6">
              <a:alphaModFix/>
            </a:blip>
            <a:srcRect/>
            <a:stretch/>
          </p:blipFill>
          <p:spPr>
            <a:xfrm>
              <a:off x="5803612" y="5398994"/>
              <a:ext cx="4206007" cy="3683505"/>
            </a:xfrm>
            <a:prstGeom prst="rect">
              <a:avLst/>
            </a:prstGeom>
            <a:noFill/>
            <a:ln>
              <a:noFill/>
            </a:ln>
          </p:spPr>
        </p:pic>
        <p:pic>
          <p:nvPicPr>
            <p:cNvPr id="1967" name="Google Shape;1967;p139" descr="preencoded.png"/>
            <p:cNvPicPr preferRelativeResize="0"/>
            <p:nvPr/>
          </p:nvPicPr>
          <p:blipFill rotWithShape="1">
            <a:blip r:embed="rId7">
              <a:alphaModFix/>
            </a:blip>
            <a:srcRect/>
            <a:stretch/>
          </p:blipFill>
          <p:spPr>
            <a:xfrm flipH="1">
              <a:off x="8263502" y="5398994"/>
              <a:ext cx="4206007" cy="3683505"/>
            </a:xfrm>
            <a:prstGeom prst="rect">
              <a:avLst/>
            </a:prstGeom>
            <a:noFill/>
            <a:ln>
              <a:noFill/>
            </a:ln>
          </p:spPr>
        </p:pic>
        <p:pic>
          <p:nvPicPr>
            <p:cNvPr id="1971" name="Google Shape;1971;p139"/>
            <p:cNvPicPr preferRelativeResize="0"/>
            <p:nvPr/>
          </p:nvPicPr>
          <p:blipFill rotWithShape="1">
            <a:blip r:embed="rId8">
              <a:alphaModFix/>
            </a:blip>
            <a:srcRect/>
            <a:stretch/>
          </p:blipFill>
          <p:spPr>
            <a:xfrm>
              <a:off x="6672957" y="2805439"/>
              <a:ext cx="1428750" cy="1428750"/>
            </a:xfrm>
            <a:prstGeom prst="rect">
              <a:avLst/>
            </a:prstGeom>
            <a:noFill/>
            <a:ln>
              <a:noFill/>
            </a:ln>
          </p:spPr>
        </p:pic>
      </p:grpSp>
      <p:sp>
        <p:nvSpPr>
          <p:cNvPr id="1972" name="Google Shape;1972;p139"/>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endParaRPr/>
          </a:p>
        </p:txBody>
      </p:sp>
      <p:sp>
        <p:nvSpPr>
          <p:cNvPr id="1973" name="Google Shape;1973;p139"/>
          <p:cNvSpPr txBox="1">
            <a:spLocks noGrp="1"/>
          </p:cNvSpPr>
          <p:nvPr>
            <p:ph type="body" idx="2"/>
          </p:nvPr>
        </p:nvSpPr>
        <p:spPr>
          <a:xfrm>
            <a:off x="576072" y="1223575"/>
            <a:ext cx="8529828" cy="400050"/>
          </a:xfrm>
          <a:prstGeom prst="rect">
            <a:avLst/>
          </a:prstGeom>
          <a:noFill/>
          <a:ln>
            <a:noFill/>
          </a:ln>
        </p:spPr>
        <p:txBody>
          <a:bodyPr spcFirstLastPara="1" wrap="square" lIns="0" tIns="45700" rIns="0" bIns="45700" anchor="ctr" anchorCtr="0">
            <a:noAutofit/>
          </a:bodyPr>
          <a:lstStyle/>
          <a:p>
            <a:pPr marL="0" lvl="0" indent="0" algn="l" rtl="0">
              <a:lnSpc>
                <a:spcPct val="100000"/>
              </a:lnSpc>
              <a:spcBef>
                <a:spcPts val="0"/>
              </a:spcBef>
              <a:spcAft>
                <a:spcPts val="0"/>
              </a:spcAft>
              <a:buSzPts val="2200"/>
              <a:buFont typeface="Arial"/>
              <a:buNone/>
            </a:pPr>
            <a:r>
              <a:rPr lang="en-US" dirty="0"/>
              <a:t>Preparing for Hyperautomation</a:t>
            </a:r>
            <a:endParaRPr dirty="0"/>
          </a:p>
        </p:txBody>
      </p:sp>
      <p:sp>
        <p:nvSpPr>
          <p:cNvPr id="1976" name="Google Shape;1976;p139"/>
          <p:cNvSpPr/>
          <p:nvPr/>
        </p:nvSpPr>
        <p:spPr>
          <a:xfrm>
            <a:off x="1982351" y="3724279"/>
            <a:ext cx="2950370" cy="4000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26" b="0" i="0" u="none" strike="noStrike" cap="none" dirty="0">
                <a:solidFill>
                  <a:schemeClr val="accent1"/>
                </a:solidFill>
                <a:latin typeface="Arial"/>
                <a:ea typeface="Arial"/>
                <a:cs typeface="Arial"/>
                <a:sym typeface="Arial"/>
              </a:rPr>
              <a:t>Optimize Continuously</a:t>
            </a:r>
            <a:endParaRPr sz="2626" b="0" i="0" u="none" strike="noStrike" cap="none" dirty="0">
              <a:solidFill>
                <a:schemeClr val="accent1"/>
              </a:solidFill>
              <a:latin typeface="Arial"/>
              <a:ea typeface="Arial"/>
              <a:cs typeface="Arial"/>
              <a:sym typeface="Arial"/>
            </a:endParaRPr>
          </a:p>
        </p:txBody>
      </p:sp>
      <p:sp>
        <p:nvSpPr>
          <p:cNvPr id="1977" name="Google Shape;1977;p139"/>
          <p:cNvSpPr/>
          <p:nvPr/>
        </p:nvSpPr>
        <p:spPr>
          <a:xfrm>
            <a:off x="1982351" y="6972303"/>
            <a:ext cx="2950370" cy="40005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626" b="0" i="0" u="none" strike="noStrike" cap="none" dirty="0">
                <a:solidFill>
                  <a:schemeClr val="accent1"/>
                </a:solidFill>
                <a:latin typeface="Arial"/>
                <a:ea typeface="Arial"/>
                <a:cs typeface="Arial"/>
                <a:sym typeface="Arial"/>
              </a:rPr>
              <a:t>Integrate Tools</a:t>
            </a:r>
            <a:endParaRPr sz="2626" b="0" i="0" u="none" strike="noStrike" cap="none" dirty="0">
              <a:solidFill>
                <a:schemeClr val="accent1"/>
              </a:solidFill>
              <a:latin typeface="Arial"/>
              <a:ea typeface="Arial"/>
              <a:cs typeface="Arial"/>
              <a:sym typeface="Arial"/>
            </a:endParaRPr>
          </a:p>
        </p:txBody>
      </p:sp>
      <p:sp>
        <p:nvSpPr>
          <p:cNvPr id="1980" name="Google Shape;1980;p139"/>
          <p:cNvSpPr/>
          <p:nvPr/>
        </p:nvSpPr>
        <p:spPr>
          <a:xfrm>
            <a:off x="13355287" y="3743235"/>
            <a:ext cx="2950370" cy="40005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626" b="0" i="0" u="none" strike="noStrike" cap="none" dirty="0">
                <a:solidFill>
                  <a:schemeClr val="accent1"/>
                </a:solidFill>
                <a:latin typeface="Arial"/>
                <a:ea typeface="Arial"/>
                <a:cs typeface="Arial"/>
                <a:sym typeface="Arial"/>
              </a:rPr>
              <a:t>Identify Processes</a:t>
            </a:r>
            <a:endParaRPr sz="2626" b="0" i="0" u="none" strike="noStrike" cap="none" dirty="0">
              <a:solidFill>
                <a:schemeClr val="accent1"/>
              </a:solidFill>
              <a:latin typeface="Arial"/>
              <a:ea typeface="Arial"/>
              <a:cs typeface="Arial"/>
              <a:sym typeface="Arial"/>
            </a:endParaRPr>
          </a:p>
        </p:txBody>
      </p:sp>
      <p:sp>
        <p:nvSpPr>
          <p:cNvPr id="1981" name="Google Shape;1981;p139"/>
          <p:cNvSpPr/>
          <p:nvPr/>
        </p:nvSpPr>
        <p:spPr>
          <a:xfrm>
            <a:off x="13355287" y="7067553"/>
            <a:ext cx="2950370" cy="40005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None/>
            </a:pPr>
            <a:r>
              <a:rPr lang="en-US" sz="2626" b="0" i="0" u="none" strike="noStrike" cap="none" dirty="0">
                <a:solidFill>
                  <a:schemeClr val="accent1"/>
                </a:solidFill>
                <a:latin typeface="Arial"/>
                <a:ea typeface="Arial"/>
                <a:cs typeface="Arial"/>
                <a:sym typeface="Arial"/>
              </a:rPr>
              <a:t>Automate Tasks</a:t>
            </a:r>
            <a:endParaRPr sz="2626" b="0" i="0" u="none" strike="noStrike" cap="none" dirty="0">
              <a:solidFill>
                <a:schemeClr val="accent1"/>
              </a:solidFill>
              <a:latin typeface="Arial"/>
              <a:ea typeface="Arial"/>
              <a:cs typeface="Arial"/>
              <a:sym typeface="Arial"/>
            </a:endParaRPr>
          </a:p>
        </p:txBody>
      </p:sp>
      <p:cxnSp>
        <p:nvCxnSpPr>
          <p:cNvPr id="1982" name="Google Shape;1982;p139"/>
          <p:cNvCxnSpPr/>
          <p:nvPr/>
        </p:nvCxnSpPr>
        <p:spPr>
          <a:xfrm>
            <a:off x="1982351" y="3568694"/>
            <a:ext cx="4397202" cy="0"/>
          </a:xfrm>
          <a:prstGeom prst="straightConnector1">
            <a:avLst/>
          </a:prstGeom>
          <a:noFill/>
          <a:ln w="12700" cap="flat" cmpd="sng">
            <a:solidFill>
              <a:schemeClr val="accent6"/>
            </a:solidFill>
            <a:prstDash val="solid"/>
            <a:miter lim="8000"/>
            <a:headEnd type="none" w="sm" len="sm"/>
            <a:tailEnd type="oval" w="med" len="med"/>
          </a:ln>
        </p:spPr>
      </p:cxnSp>
      <p:cxnSp>
        <p:nvCxnSpPr>
          <p:cNvPr id="1983" name="Google Shape;1983;p139"/>
          <p:cNvCxnSpPr/>
          <p:nvPr/>
        </p:nvCxnSpPr>
        <p:spPr>
          <a:xfrm>
            <a:off x="1982351" y="6844754"/>
            <a:ext cx="4397202" cy="0"/>
          </a:xfrm>
          <a:prstGeom prst="straightConnector1">
            <a:avLst/>
          </a:prstGeom>
          <a:noFill/>
          <a:ln w="12700" cap="flat" cmpd="sng">
            <a:solidFill>
              <a:schemeClr val="accent6"/>
            </a:solidFill>
            <a:prstDash val="solid"/>
            <a:miter lim="8000"/>
            <a:headEnd type="none" w="sm" len="sm"/>
            <a:tailEnd type="oval" w="med" len="med"/>
          </a:ln>
        </p:spPr>
      </p:cxnSp>
      <p:cxnSp>
        <p:nvCxnSpPr>
          <p:cNvPr id="1984" name="Google Shape;1984;p139"/>
          <p:cNvCxnSpPr/>
          <p:nvPr/>
        </p:nvCxnSpPr>
        <p:spPr>
          <a:xfrm rot="10800000">
            <a:off x="11992551" y="3568694"/>
            <a:ext cx="4313106" cy="0"/>
          </a:xfrm>
          <a:prstGeom prst="straightConnector1">
            <a:avLst/>
          </a:prstGeom>
          <a:noFill/>
          <a:ln w="12700" cap="flat" cmpd="sng">
            <a:solidFill>
              <a:schemeClr val="accent6"/>
            </a:solidFill>
            <a:prstDash val="solid"/>
            <a:miter lim="8000"/>
            <a:headEnd type="none" w="sm" len="sm"/>
            <a:tailEnd type="oval" w="med" len="med"/>
          </a:ln>
        </p:spPr>
      </p:cxnSp>
      <p:cxnSp>
        <p:nvCxnSpPr>
          <p:cNvPr id="1985" name="Google Shape;1985;p139"/>
          <p:cNvCxnSpPr/>
          <p:nvPr/>
        </p:nvCxnSpPr>
        <p:spPr>
          <a:xfrm rot="10800000">
            <a:off x="11992551" y="6894020"/>
            <a:ext cx="4313106" cy="0"/>
          </a:xfrm>
          <a:prstGeom prst="straightConnector1">
            <a:avLst/>
          </a:prstGeom>
          <a:noFill/>
          <a:ln w="12700" cap="flat" cmpd="sng">
            <a:solidFill>
              <a:schemeClr val="accent6"/>
            </a:solidFill>
            <a:prstDash val="solid"/>
            <a:miter lim="8000"/>
            <a:headEnd type="none" w="sm" len="sm"/>
            <a:tailEnd type="oval" w="med" len="med"/>
          </a:ln>
        </p:spPr>
      </p:cxnSp>
      <p:pic>
        <p:nvPicPr>
          <p:cNvPr id="3" name="Google Shape;2404;p155">
            <a:extLst>
              <a:ext uri="{FF2B5EF4-FFF2-40B4-BE49-F238E27FC236}">
                <a16:creationId xmlns:a16="http://schemas.microsoft.com/office/drawing/2014/main" id="{F67549B7-97BF-1C8F-6797-06DD146504CB}"/>
              </a:ext>
            </a:extLst>
          </p:cNvPr>
          <p:cNvPicPr preferRelativeResize="0"/>
          <p:nvPr/>
        </p:nvPicPr>
        <p:blipFill rotWithShape="1">
          <a:blip r:embed="rId9">
            <a:alphaModFix/>
          </a:blip>
          <a:srcRect/>
          <a:stretch/>
        </p:blipFill>
        <p:spPr>
          <a:xfrm>
            <a:off x="10678729" y="6135625"/>
            <a:ext cx="1414295" cy="1339968"/>
          </a:xfrm>
          <a:prstGeom prst="rect">
            <a:avLst/>
          </a:prstGeom>
          <a:noFill/>
          <a:ln>
            <a:noFill/>
          </a:ln>
        </p:spPr>
      </p:pic>
      <p:pic>
        <p:nvPicPr>
          <p:cNvPr id="7" name="Google Shape;2544;p156">
            <a:extLst>
              <a:ext uri="{FF2B5EF4-FFF2-40B4-BE49-F238E27FC236}">
                <a16:creationId xmlns:a16="http://schemas.microsoft.com/office/drawing/2014/main" id="{E64C5485-E1B8-D2DC-7A76-7B327D51CA01}"/>
              </a:ext>
            </a:extLst>
          </p:cNvPr>
          <p:cNvPicPr preferRelativeResize="0"/>
          <p:nvPr/>
        </p:nvPicPr>
        <p:blipFill rotWithShape="1">
          <a:blip r:embed="rId10">
            <a:alphaModFix/>
          </a:blip>
          <a:srcRect/>
          <a:stretch/>
        </p:blipFill>
        <p:spPr>
          <a:xfrm>
            <a:off x="6672957" y="6264907"/>
            <a:ext cx="1333443" cy="1258225"/>
          </a:xfrm>
          <a:prstGeom prst="rect">
            <a:avLst/>
          </a:prstGeom>
          <a:noFill/>
          <a:ln>
            <a:noFill/>
          </a:ln>
        </p:spPr>
      </p:pic>
      <p:pic>
        <p:nvPicPr>
          <p:cNvPr id="9" name="Google Shape;2583;p156">
            <a:extLst>
              <a:ext uri="{FF2B5EF4-FFF2-40B4-BE49-F238E27FC236}">
                <a16:creationId xmlns:a16="http://schemas.microsoft.com/office/drawing/2014/main" id="{8CA2C296-46E3-DC5A-7670-A340DD40CE48}"/>
              </a:ext>
            </a:extLst>
          </p:cNvPr>
          <p:cNvPicPr preferRelativeResize="0"/>
          <p:nvPr/>
        </p:nvPicPr>
        <p:blipFill rotWithShape="1">
          <a:blip r:embed="rId11">
            <a:alphaModFix/>
          </a:blip>
          <a:srcRect/>
          <a:stretch/>
        </p:blipFill>
        <p:spPr>
          <a:xfrm>
            <a:off x="10539879" y="2887630"/>
            <a:ext cx="1452672" cy="1362126"/>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9"/>
        <p:cNvGrpSpPr/>
        <p:nvPr/>
      </p:nvGrpSpPr>
      <p:grpSpPr>
        <a:xfrm>
          <a:off x="0" y="0"/>
          <a:ext cx="0" cy="0"/>
          <a:chOff x="0" y="0"/>
          <a:chExt cx="0" cy="0"/>
        </a:xfrm>
      </p:grpSpPr>
      <p:sp>
        <p:nvSpPr>
          <p:cNvPr id="1280" name="Google Shape;1280;p98"/>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Getting Started with Hyperautomation Templates</a:t>
            </a:r>
            <a:endParaRPr/>
          </a:p>
        </p:txBody>
      </p:sp>
      <p:pic>
        <p:nvPicPr>
          <p:cNvPr id="3" name="Picture 2">
            <a:extLst>
              <a:ext uri="{FF2B5EF4-FFF2-40B4-BE49-F238E27FC236}">
                <a16:creationId xmlns:a16="http://schemas.microsoft.com/office/drawing/2014/main" id="{517FEF02-FD8F-55C6-1DF0-011D488F841A}"/>
              </a:ext>
            </a:extLst>
          </p:cNvPr>
          <p:cNvPicPr>
            <a:picLocks noChangeAspect="1"/>
          </p:cNvPicPr>
          <p:nvPr/>
        </p:nvPicPr>
        <p:blipFill>
          <a:blip r:embed="rId4"/>
          <a:stretch>
            <a:fillRect/>
          </a:stretch>
        </p:blipFill>
        <p:spPr>
          <a:xfrm>
            <a:off x="2433879" y="1872425"/>
            <a:ext cx="14325945" cy="7623975"/>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85"/>
        <p:cNvGrpSpPr/>
        <p:nvPr/>
      </p:nvGrpSpPr>
      <p:grpSpPr>
        <a:xfrm>
          <a:off x="0" y="0"/>
          <a:ext cx="0" cy="0"/>
          <a:chOff x="0" y="0"/>
          <a:chExt cx="0" cy="0"/>
        </a:xfrm>
      </p:grpSpPr>
      <p:sp>
        <p:nvSpPr>
          <p:cNvPr id="1286" name="Google Shape;1286;p99"/>
          <p:cNvSpPr txBox="1">
            <a:spLocks noGrp="1"/>
          </p:cNvSpPr>
          <p:nvPr>
            <p:ph type="title"/>
          </p:nvPr>
        </p:nvSpPr>
        <p:spPr>
          <a:xfrm>
            <a:off x="630800" y="2569075"/>
            <a:ext cx="7421400" cy="1620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4800"/>
              <a:buFont typeface="Arial"/>
              <a:buNone/>
            </a:pPr>
            <a:r>
              <a:rPr lang="en-US" sz="4800" b="0" i="0" u="none" strike="noStrike" cap="none">
                <a:solidFill>
                  <a:schemeClr val="lt1"/>
                </a:solidFill>
                <a:latin typeface="Arial"/>
                <a:ea typeface="Arial"/>
                <a:cs typeface="Arial"/>
                <a:sym typeface="Arial"/>
              </a:rPr>
              <a:t>Demo</a:t>
            </a:r>
            <a:endParaRPr/>
          </a:p>
        </p:txBody>
      </p:sp>
      <p:sp>
        <p:nvSpPr>
          <p:cNvPr id="1287" name="Google Shape;1287;p99"/>
          <p:cNvSpPr txBox="1">
            <a:spLocks noGrp="1"/>
          </p:cNvSpPr>
          <p:nvPr>
            <p:ph type="body" idx="1"/>
          </p:nvPr>
        </p:nvSpPr>
        <p:spPr>
          <a:xfrm>
            <a:off x="630798" y="5753072"/>
            <a:ext cx="7421400" cy="199110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lt1"/>
              </a:buClr>
              <a:buSzPts val="2300"/>
              <a:buFont typeface="Arial"/>
              <a:buNone/>
            </a:pPr>
            <a:r>
              <a:rPr lang="en-US" sz="2300" b="0" i="0" u="none" strike="noStrike" cap="none">
                <a:solidFill>
                  <a:schemeClr val="lt1"/>
                </a:solidFill>
                <a:latin typeface="Arial"/>
                <a:ea typeface="Arial"/>
                <a:cs typeface="Arial"/>
                <a:sym typeface="Arial"/>
              </a:rPr>
              <a:t>Working with Templates</a:t>
            </a:r>
            <a:endParaRPr/>
          </a:p>
        </p:txBody>
      </p:sp>
      <p:sp>
        <p:nvSpPr>
          <p:cNvPr id="1288" name="Google Shape;1288;p99"/>
          <p:cNvSpPr txBox="1">
            <a:spLocks noGrp="1"/>
          </p:cNvSpPr>
          <p:nvPr>
            <p:ph type="body" idx="2"/>
          </p:nvPr>
        </p:nvSpPr>
        <p:spPr>
          <a:xfrm>
            <a:off x="571504" y="9142950"/>
            <a:ext cx="7421400" cy="378300"/>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3"/>
              </a:buClr>
              <a:buSzPts val="2400"/>
              <a:buFont typeface="Arial"/>
              <a:buNone/>
            </a:pPr>
            <a:endParaRPr sz="1700" b="0" i="0" u="none" strike="noStrike" cap="none">
              <a:solidFill>
                <a:schemeClr val="accent3"/>
              </a:solidFill>
              <a:latin typeface="Arial"/>
              <a:ea typeface="Arial"/>
              <a:cs typeface="Arial"/>
              <a:sym typeface="Arial"/>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1293" name="Google Shape;1293;p100"/>
          <p:cNvSpPr txBox="1">
            <a:spLocks noGrp="1"/>
          </p:cNvSpPr>
          <p:nvPr>
            <p:ph type="title"/>
          </p:nvPr>
        </p:nvSpPr>
        <p:spPr>
          <a:xfrm>
            <a:off x="576076" y="4985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dirty="0">
                <a:solidFill>
                  <a:schemeClr val="accent6"/>
                </a:solidFill>
                <a:latin typeface="Arial"/>
                <a:ea typeface="Arial"/>
                <a:cs typeface="Arial"/>
                <a:sym typeface="Arial"/>
              </a:rPr>
              <a:t>Triggers</a:t>
            </a:r>
            <a:endParaRPr dirty="0"/>
          </a:p>
        </p:txBody>
      </p:sp>
      <p:sp>
        <p:nvSpPr>
          <p:cNvPr id="1294" name="Google Shape;1294;p100"/>
          <p:cNvSpPr txBox="1">
            <a:spLocks noGrp="1"/>
          </p:cNvSpPr>
          <p:nvPr>
            <p:ph type="body" idx="1"/>
          </p:nvPr>
        </p:nvSpPr>
        <p:spPr>
          <a:xfrm>
            <a:off x="8732520" y="2377440"/>
            <a:ext cx="9052560" cy="2462213"/>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6"/>
              </a:buClr>
              <a:buSzPts val="2200"/>
              <a:buFont typeface="Arial"/>
              <a:buNone/>
            </a:pPr>
            <a:r>
              <a:rPr lang="en-US" sz="2000" b="1" dirty="0"/>
              <a:t>Workflow Triggers</a:t>
            </a:r>
            <a:endParaRPr dirty="0"/>
          </a:p>
          <a:p>
            <a:pPr marL="457200" marR="0" lvl="0" indent="-228600" algn="l" rtl="0">
              <a:lnSpc>
                <a:spcPct val="100000"/>
              </a:lnSpc>
              <a:spcBef>
                <a:spcPts val="0"/>
              </a:spcBef>
              <a:spcAft>
                <a:spcPts val="0"/>
              </a:spcAft>
              <a:buClr>
                <a:schemeClr val="accent6"/>
              </a:buClr>
              <a:buSzPts val="2200"/>
              <a:buFont typeface="Arial"/>
              <a:buNone/>
            </a:pPr>
            <a:endParaRPr sz="2000" b="1" dirty="0"/>
          </a:p>
          <a:p>
            <a:pPr marL="228600" marR="0" lvl="0" indent="0" algn="l" rtl="0">
              <a:lnSpc>
                <a:spcPct val="100000"/>
              </a:lnSpc>
              <a:spcBef>
                <a:spcPts val="0"/>
              </a:spcBef>
              <a:spcAft>
                <a:spcPts val="0"/>
              </a:spcAft>
              <a:buClr>
                <a:schemeClr val="accent6"/>
              </a:buClr>
              <a:buSzPts val="2200"/>
              <a:buFont typeface="Arial"/>
              <a:buNone/>
            </a:pPr>
            <a:r>
              <a:rPr lang="en-US" sz="2000" dirty="0"/>
              <a:t>Workflows activate automatically based on real-time events, on a schedule, or on demand.</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They can respond to SentinelOne alerts and exposures, integrate with third-party tools via webhooks, process incoming emails, run on predefined schedules, or be triggered manually for immediate action.</a:t>
            </a:r>
            <a:endParaRPr dirty="0"/>
          </a:p>
        </p:txBody>
      </p:sp>
      <p:pic>
        <p:nvPicPr>
          <p:cNvPr id="3" name="Picture 2">
            <a:extLst>
              <a:ext uri="{FF2B5EF4-FFF2-40B4-BE49-F238E27FC236}">
                <a16:creationId xmlns:a16="http://schemas.microsoft.com/office/drawing/2014/main" id="{18275DD2-57F1-8C03-70C4-37C9D73BC2DF}"/>
              </a:ext>
            </a:extLst>
          </p:cNvPr>
          <p:cNvPicPr>
            <a:picLocks noChangeAspect="1"/>
          </p:cNvPicPr>
          <p:nvPr/>
        </p:nvPicPr>
        <p:blipFill>
          <a:blip r:embed="rId4"/>
          <a:stretch>
            <a:fillRect/>
          </a:stretch>
        </p:blipFill>
        <p:spPr>
          <a:xfrm>
            <a:off x="1802955" y="1835932"/>
            <a:ext cx="5662557" cy="7699931"/>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101"/>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Running a Workflow from Triage</a:t>
            </a:r>
            <a:endParaRPr/>
          </a:p>
        </p:txBody>
      </p:sp>
      <p:pic>
        <p:nvPicPr>
          <p:cNvPr id="4" name="Picture 3">
            <a:extLst>
              <a:ext uri="{FF2B5EF4-FFF2-40B4-BE49-F238E27FC236}">
                <a16:creationId xmlns:a16="http://schemas.microsoft.com/office/drawing/2014/main" id="{1886948F-724A-D4C4-BEC9-45252B548A06}"/>
              </a:ext>
            </a:extLst>
          </p:cNvPr>
          <p:cNvPicPr>
            <a:picLocks noChangeAspect="1"/>
          </p:cNvPicPr>
          <p:nvPr/>
        </p:nvPicPr>
        <p:blipFill>
          <a:blip r:embed="rId4"/>
          <a:stretch>
            <a:fillRect/>
          </a:stretch>
        </p:blipFill>
        <p:spPr>
          <a:xfrm>
            <a:off x="818909" y="2231955"/>
            <a:ext cx="16483869" cy="4765745"/>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5"/>
        <p:cNvGrpSpPr/>
        <p:nvPr/>
      </p:nvGrpSpPr>
      <p:grpSpPr>
        <a:xfrm>
          <a:off x="0" y="0"/>
          <a:ext cx="0" cy="0"/>
          <a:chOff x="0" y="0"/>
          <a:chExt cx="0" cy="0"/>
        </a:xfrm>
      </p:grpSpPr>
      <p:sp>
        <p:nvSpPr>
          <p:cNvPr id="1306" name="Google Shape;1306;p102"/>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dirty="0">
                <a:solidFill>
                  <a:schemeClr val="accent6"/>
                </a:solidFill>
                <a:latin typeface="Arial"/>
                <a:ea typeface="Arial"/>
                <a:cs typeface="Arial"/>
                <a:sym typeface="Arial"/>
              </a:rPr>
              <a:t>Overview of </a:t>
            </a:r>
            <a:br>
              <a:rPr lang="en-US" sz="3600" b="1" i="0" u="none" strike="noStrike" cap="none" dirty="0">
                <a:solidFill>
                  <a:schemeClr val="accent6"/>
                </a:solidFill>
                <a:latin typeface="Arial"/>
                <a:ea typeface="Arial"/>
                <a:cs typeface="Arial"/>
                <a:sym typeface="Arial"/>
              </a:rPr>
            </a:br>
            <a:r>
              <a:rPr lang="en-US" sz="3600" b="1" i="0" u="none" strike="noStrike" cap="none" dirty="0">
                <a:solidFill>
                  <a:schemeClr val="accent6"/>
                </a:solidFill>
                <a:latin typeface="Arial"/>
                <a:ea typeface="Arial"/>
                <a:cs typeface="Arial"/>
                <a:sym typeface="Arial"/>
              </a:rPr>
              <a:t>Core</a:t>
            </a:r>
            <a:r>
              <a:rPr lang="en-US" dirty="0"/>
              <a:t> </a:t>
            </a:r>
            <a:r>
              <a:rPr lang="en-US" sz="3600" b="1" i="0" u="none" strike="noStrike" cap="none" dirty="0">
                <a:solidFill>
                  <a:schemeClr val="accent6"/>
                </a:solidFill>
                <a:latin typeface="Arial"/>
                <a:ea typeface="Arial"/>
                <a:cs typeface="Arial"/>
                <a:sym typeface="Arial"/>
              </a:rPr>
              <a:t>Actions</a:t>
            </a:r>
            <a:endParaRPr dirty="0"/>
          </a:p>
        </p:txBody>
      </p:sp>
      <p:sp>
        <p:nvSpPr>
          <p:cNvPr id="1307" name="Google Shape;1307;p102"/>
          <p:cNvSpPr txBox="1">
            <a:spLocks noGrp="1"/>
          </p:cNvSpPr>
          <p:nvPr>
            <p:ph type="body" idx="1"/>
          </p:nvPr>
        </p:nvSpPr>
        <p:spPr>
          <a:xfrm>
            <a:off x="8732520" y="2377440"/>
            <a:ext cx="9052560" cy="1538883"/>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6"/>
              </a:buClr>
              <a:buSzPts val="2200"/>
              <a:buFont typeface="Arial"/>
              <a:buNone/>
            </a:pPr>
            <a:r>
              <a:rPr lang="en-US" sz="2000" b="1" dirty="0"/>
              <a:t>Adding Actions</a:t>
            </a:r>
            <a:endParaRPr dirty="0"/>
          </a:p>
          <a:p>
            <a:pPr marL="457200" marR="0" lvl="0" indent="-228600" algn="l" rtl="0">
              <a:lnSpc>
                <a:spcPct val="100000"/>
              </a:lnSpc>
              <a:spcBef>
                <a:spcPts val="0"/>
              </a:spcBef>
              <a:spcAft>
                <a:spcPts val="0"/>
              </a:spcAft>
              <a:buClr>
                <a:schemeClr val="accent6"/>
              </a:buClr>
              <a:buSzPts val="2200"/>
              <a:buFont typeface="Arial"/>
              <a:buNone/>
            </a:pPr>
            <a:endParaRPr sz="2000" b="1" dirty="0"/>
          </a:p>
          <a:p>
            <a:pPr marL="228600" marR="0" lvl="0" indent="0" algn="l" rtl="0">
              <a:lnSpc>
                <a:spcPct val="100000"/>
              </a:lnSpc>
              <a:spcBef>
                <a:spcPts val="0"/>
              </a:spcBef>
              <a:spcAft>
                <a:spcPts val="0"/>
              </a:spcAft>
              <a:buClr>
                <a:schemeClr val="accent6"/>
              </a:buClr>
              <a:buSzPts val="2200"/>
              <a:buFont typeface="Arial"/>
              <a:buNone/>
            </a:pPr>
            <a:r>
              <a:rPr lang="en-US" sz="2000" dirty="0"/>
              <a:t>Easily build workflows by dragging actions onto the canvas. Send HTTP requests, and emails, control logic with conditions, loops, and delays, and manage data flow using variables.</a:t>
            </a:r>
            <a:endParaRPr sz="2000" dirty="0"/>
          </a:p>
        </p:txBody>
      </p:sp>
      <p:pic>
        <p:nvPicPr>
          <p:cNvPr id="3" name="Picture 2">
            <a:extLst>
              <a:ext uri="{FF2B5EF4-FFF2-40B4-BE49-F238E27FC236}">
                <a16:creationId xmlns:a16="http://schemas.microsoft.com/office/drawing/2014/main" id="{D5552270-8073-4B16-F6E1-7E73EAEF9EF4}"/>
              </a:ext>
            </a:extLst>
          </p:cNvPr>
          <p:cNvPicPr>
            <a:picLocks noChangeAspect="1"/>
          </p:cNvPicPr>
          <p:nvPr/>
        </p:nvPicPr>
        <p:blipFill>
          <a:blip r:embed="rId4"/>
          <a:stretch>
            <a:fillRect/>
          </a:stretch>
        </p:blipFill>
        <p:spPr>
          <a:xfrm>
            <a:off x="5505370" y="609377"/>
            <a:ext cx="3086259" cy="8661845"/>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12"/>
        <p:cNvGrpSpPr/>
        <p:nvPr/>
      </p:nvGrpSpPr>
      <p:grpSpPr>
        <a:xfrm>
          <a:off x="0" y="0"/>
          <a:ext cx="0" cy="0"/>
          <a:chOff x="0" y="0"/>
          <a:chExt cx="0" cy="0"/>
        </a:xfrm>
      </p:grpSpPr>
      <p:sp>
        <p:nvSpPr>
          <p:cNvPr id="1313" name="Google Shape;1313;p103"/>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Configuring Actions</a:t>
            </a:r>
            <a:endParaRPr/>
          </a:p>
        </p:txBody>
      </p:sp>
      <p:sp>
        <p:nvSpPr>
          <p:cNvPr id="1314" name="Google Shape;1314;p103"/>
          <p:cNvSpPr txBox="1">
            <a:spLocks noGrp="1"/>
          </p:cNvSpPr>
          <p:nvPr>
            <p:ph type="body" idx="1"/>
          </p:nvPr>
        </p:nvSpPr>
        <p:spPr>
          <a:xfrm>
            <a:off x="8732520" y="2377440"/>
            <a:ext cx="9052560" cy="2462213"/>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6"/>
              </a:buClr>
              <a:buSzPts val="2200"/>
              <a:buFont typeface="Arial"/>
              <a:buNone/>
            </a:pPr>
            <a:r>
              <a:rPr lang="en-US" sz="2000" b="1" dirty="0"/>
              <a:t>The Action Inspector</a:t>
            </a:r>
            <a:endParaRPr dirty="0"/>
          </a:p>
          <a:p>
            <a:pPr marL="457200" marR="0" lvl="0" indent="-228600" algn="l" rtl="0">
              <a:lnSpc>
                <a:spcPct val="100000"/>
              </a:lnSpc>
              <a:spcBef>
                <a:spcPts val="0"/>
              </a:spcBef>
              <a:spcAft>
                <a:spcPts val="0"/>
              </a:spcAft>
              <a:buClr>
                <a:schemeClr val="accent6"/>
              </a:buClr>
              <a:buSzPts val="2200"/>
              <a:buFont typeface="Arial"/>
              <a:buNone/>
            </a:pPr>
            <a:endParaRPr sz="2000" b="1" dirty="0"/>
          </a:p>
          <a:p>
            <a:pPr marL="228600" marR="0" lvl="0" indent="0" algn="l" rtl="0">
              <a:lnSpc>
                <a:spcPct val="100000"/>
              </a:lnSpc>
              <a:spcBef>
                <a:spcPts val="0"/>
              </a:spcBef>
              <a:spcAft>
                <a:spcPts val="0"/>
              </a:spcAft>
              <a:buClr>
                <a:schemeClr val="accent6"/>
              </a:buClr>
              <a:buSzPts val="2200"/>
              <a:buFont typeface="Arial"/>
              <a:buNone/>
            </a:pPr>
            <a:r>
              <a:rPr lang="en-US" sz="2000" dirty="0"/>
              <a:t>Once added to a workflow, actions are configured using the Action Inspector, which appears on the right panel. Key parameters are highlighted for easy setup, and changes auto-save.</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Testing actions is essential to ensure proper execution, a process covered coming up.</a:t>
            </a:r>
            <a:endParaRPr dirty="0"/>
          </a:p>
        </p:txBody>
      </p:sp>
      <p:pic>
        <p:nvPicPr>
          <p:cNvPr id="3" name="Picture 2">
            <a:extLst>
              <a:ext uri="{FF2B5EF4-FFF2-40B4-BE49-F238E27FC236}">
                <a16:creationId xmlns:a16="http://schemas.microsoft.com/office/drawing/2014/main" id="{FA50490E-9FDA-263C-D902-89B8B807A3E9}"/>
              </a:ext>
            </a:extLst>
          </p:cNvPr>
          <p:cNvPicPr>
            <a:picLocks noChangeAspect="1"/>
          </p:cNvPicPr>
          <p:nvPr/>
        </p:nvPicPr>
        <p:blipFill>
          <a:blip r:embed="rId4"/>
          <a:stretch>
            <a:fillRect/>
          </a:stretch>
        </p:blipFill>
        <p:spPr>
          <a:xfrm>
            <a:off x="576076" y="2231614"/>
            <a:ext cx="8102789" cy="6836186"/>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12">
          <a:extLst>
            <a:ext uri="{FF2B5EF4-FFF2-40B4-BE49-F238E27FC236}">
              <a16:creationId xmlns:a16="http://schemas.microsoft.com/office/drawing/2014/main" id="{1050F36D-6C99-860B-C9A7-25F5ADD177C2}"/>
            </a:ext>
          </a:extLst>
        </p:cNvPr>
        <p:cNvGrpSpPr/>
        <p:nvPr/>
      </p:nvGrpSpPr>
      <p:grpSpPr>
        <a:xfrm>
          <a:off x="0" y="0"/>
          <a:ext cx="0" cy="0"/>
          <a:chOff x="0" y="0"/>
          <a:chExt cx="0" cy="0"/>
        </a:xfrm>
      </p:grpSpPr>
      <p:sp>
        <p:nvSpPr>
          <p:cNvPr id="1313" name="Google Shape;1313;p103">
            <a:extLst>
              <a:ext uri="{FF2B5EF4-FFF2-40B4-BE49-F238E27FC236}">
                <a16:creationId xmlns:a16="http://schemas.microsoft.com/office/drawing/2014/main" id="{F1F58729-E7C9-B17E-BC8C-AEC36B3A0A2C}"/>
              </a:ext>
            </a:extLst>
          </p:cNvPr>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dirty="0">
                <a:solidFill>
                  <a:schemeClr val="accent6"/>
                </a:solidFill>
                <a:latin typeface="Arial"/>
                <a:ea typeface="Arial"/>
                <a:cs typeface="Arial"/>
                <a:sym typeface="Arial"/>
              </a:rPr>
              <a:t>Testing As You Go</a:t>
            </a:r>
            <a:endParaRPr dirty="0"/>
          </a:p>
        </p:txBody>
      </p:sp>
      <p:sp>
        <p:nvSpPr>
          <p:cNvPr id="1314" name="Google Shape;1314;p103">
            <a:extLst>
              <a:ext uri="{FF2B5EF4-FFF2-40B4-BE49-F238E27FC236}">
                <a16:creationId xmlns:a16="http://schemas.microsoft.com/office/drawing/2014/main" id="{B2355A47-023C-2F47-9941-DD443DB872FA}"/>
              </a:ext>
            </a:extLst>
          </p:cNvPr>
          <p:cNvSpPr txBox="1">
            <a:spLocks noGrp="1"/>
          </p:cNvSpPr>
          <p:nvPr>
            <p:ph type="body" idx="1"/>
          </p:nvPr>
        </p:nvSpPr>
        <p:spPr>
          <a:xfrm>
            <a:off x="452120" y="3241040"/>
            <a:ext cx="5707380" cy="2769989"/>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Testing actions ensures they function correctly and produce the expected output. </a:t>
            </a:r>
          </a:p>
          <a:p>
            <a:pPr marL="228600" marR="0" lvl="0" indent="0" algn="l" rtl="0">
              <a:lnSpc>
                <a:spcPct val="100000"/>
              </a:lnSpc>
              <a:spcBef>
                <a:spcPts val="0"/>
              </a:spcBef>
              <a:spcAft>
                <a:spcPts val="0"/>
              </a:spcAft>
              <a:buClr>
                <a:schemeClr val="accent6"/>
              </a:buClr>
              <a:buSzPts val="2200"/>
              <a:buFont typeface="Arial"/>
              <a:buNone/>
            </a:pPr>
            <a:endParaRPr lang="en-US" sz="2000" dirty="0"/>
          </a:p>
          <a:p>
            <a:pPr marL="228600" marR="0" lvl="0" indent="0" algn="l" rtl="0">
              <a:lnSpc>
                <a:spcPct val="100000"/>
              </a:lnSpc>
              <a:spcBef>
                <a:spcPts val="0"/>
              </a:spcBef>
              <a:spcAft>
                <a:spcPts val="0"/>
              </a:spcAft>
              <a:buClr>
                <a:schemeClr val="accent6"/>
              </a:buClr>
              <a:buSzPts val="2200"/>
              <a:buFont typeface="Arial"/>
              <a:buNone/>
            </a:pPr>
            <a:r>
              <a:rPr lang="en-US" sz="2000" dirty="0"/>
              <a:t>Run tests directly in the Action Inspector to validate configurations, debug errors, and understand output structures. Use realistic sample data or manually simulate outputs to refine workflows before execution.</a:t>
            </a:r>
          </a:p>
          <a:p>
            <a:pPr marL="457200" marR="0" lvl="0" indent="-228600" algn="l" rtl="0">
              <a:lnSpc>
                <a:spcPct val="100000"/>
              </a:lnSpc>
              <a:spcBef>
                <a:spcPts val="0"/>
              </a:spcBef>
              <a:spcAft>
                <a:spcPts val="0"/>
              </a:spcAft>
              <a:buClr>
                <a:schemeClr val="accent6"/>
              </a:buClr>
              <a:buSzPts val="2200"/>
              <a:buFont typeface="Arial"/>
              <a:buNone/>
            </a:pPr>
            <a:endParaRPr sz="2000" dirty="0"/>
          </a:p>
        </p:txBody>
      </p:sp>
      <p:pic>
        <p:nvPicPr>
          <p:cNvPr id="4" name="Picture 3">
            <a:extLst>
              <a:ext uri="{FF2B5EF4-FFF2-40B4-BE49-F238E27FC236}">
                <a16:creationId xmlns:a16="http://schemas.microsoft.com/office/drawing/2014/main" id="{F85F1981-C026-12CF-2493-B98CDD8D3189}"/>
              </a:ext>
            </a:extLst>
          </p:cNvPr>
          <p:cNvPicPr>
            <a:picLocks noChangeAspect="1"/>
          </p:cNvPicPr>
          <p:nvPr/>
        </p:nvPicPr>
        <p:blipFill>
          <a:blip r:embed="rId4"/>
          <a:stretch>
            <a:fillRect/>
          </a:stretch>
        </p:blipFill>
        <p:spPr>
          <a:xfrm>
            <a:off x="6159500" y="1238200"/>
            <a:ext cx="5572730" cy="5683300"/>
          </a:xfrm>
          <a:prstGeom prst="rect">
            <a:avLst/>
          </a:prstGeom>
        </p:spPr>
      </p:pic>
      <p:pic>
        <p:nvPicPr>
          <p:cNvPr id="6" name="Picture 5">
            <a:extLst>
              <a:ext uri="{FF2B5EF4-FFF2-40B4-BE49-F238E27FC236}">
                <a16:creationId xmlns:a16="http://schemas.microsoft.com/office/drawing/2014/main" id="{8C5CF016-A1A7-42DD-7907-7D990AFCBF34}"/>
              </a:ext>
            </a:extLst>
          </p:cNvPr>
          <p:cNvPicPr>
            <a:picLocks noChangeAspect="1"/>
          </p:cNvPicPr>
          <p:nvPr/>
        </p:nvPicPr>
        <p:blipFill>
          <a:blip r:embed="rId5"/>
          <a:stretch>
            <a:fillRect/>
          </a:stretch>
        </p:blipFill>
        <p:spPr>
          <a:xfrm>
            <a:off x="12911081" y="1238200"/>
            <a:ext cx="4724643" cy="6585288"/>
          </a:xfrm>
          <a:prstGeom prst="rect">
            <a:avLst/>
          </a:prstGeom>
        </p:spPr>
      </p:pic>
      <p:sp>
        <p:nvSpPr>
          <p:cNvPr id="8" name="Arrow: Right 7">
            <a:extLst>
              <a:ext uri="{FF2B5EF4-FFF2-40B4-BE49-F238E27FC236}">
                <a16:creationId xmlns:a16="http://schemas.microsoft.com/office/drawing/2014/main" id="{B13F0D3C-167A-9A89-5C8E-CD2F07536E51}"/>
              </a:ext>
            </a:extLst>
          </p:cNvPr>
          <p:cNvSpPr/>
          <p:nvPr/>
        </p:nvSpPr>
        <p:spPr>
          <a:xfrm>
            <a:off x="11989716" y="4175097"/>
            <a:ext cx="663879" cy="4509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250198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104"/>
          <p:cNvSpPr txBox="1">
            <a:spLocks noGrp="1"/>
          </p:cNvSpPr>
          <p:nvPr>
            <p:ph type="title"/>
          </p:nvPr>
        </p:nvSpPr>
        <p:spPr>
          <a:xfrm>
            <a:off x="630800" y="2569075"/>
            <a:ext cx="7421400" cy="1620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4800"/>
              <a:buFont typeface="Arial"/>
              <a:buNone/>
            </a:pPr>
            <a:r>
              <a:rPr lang="en-US" sz="4800" b="0" i="0" u="none" strike="noStrike" cap="none">
                <a:solidFill>
                  <a:schemeClr val="lt1"/>
                </a:solidFill>
                <a:latin typeface="Arial"/>
                <a:ea typeface="Arial"/>
                <a:cs typeface="Arial"/>
                <a:sym typeface="Arial"/>
              </a:rPr>
              <a:t>Demo</a:t>
            </a:r>
            <a:endParaRPr/>
          </a:p>
        </p:txBody>
      </p:sp>
      <p:sp>
        <p:nvSpPr>
          <p:cNvPr id="1321" name="Google Shape;1321;p104"/>
          <p:cNvSpPr txBox="1">
            <a:spLocks noGrp="1"/>
          </p:cNvSpPr>
          <p:nvPr>
            <p:ph type="body" idx="1"/>
          </p:nvPr>
        </p:nvSpPr>
        <p:spPr>
          <a:xfrm>
            <a:off x="630798" y="5753072"/>
            <a:ext cx="7421400" cy="199110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lt1"/>
              </a:buClr>
              <a:buSzPts val="2300"/>
              <a:buFont typeface="Arial"/>
              <a:buNone/>
            </a:pPr>
            <a:r>
              <a:rPr lang="en-US" sz="2300" b="0" i="0" u="none" strike="noStrike" cap="none">
                <a:solidFill>
                  <a:schemeClr val="lt1"/>
                </a:solidFill>
                <a:latin typeface="Arial"/>
                <a:ea typeface="Arial"/>
                <a:cs typeface="Arial"/>
                <a:sym typeface="Arial"/>
              </a:rPr>
              <a:t>A Simple Workflow</a:t>
            </a:r>
            <a:endParaRPr/>
          </a:p>
        </p:txBody>
      </p:sp>
      <p:sp>
        <p:nvSpPr>
          <p:cNvPr id="1322" name="Google Shape;1322;p104"/>
          <p:cNvSpPr txBox="1">
            <a:spLocks noGrp="1"/>
          </p:cNvSpPr>
          <p:nvPr>
            <p:ph type="body" idx="2"/>
          </p:nvPr>
        </p:nvSpPr>
        <p:spPr>
          <a:xfrm>
            <a:off x="571504" y="9142950"/>
            <a:ext cx="7421400" cy="378300"/>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3"/>
              </a:buClr>
              <a:buSzPts val="2400"/>
              <a:buFont typeface="Arial"/>
              <a:buNone/>
            </a:pPr>
            <a:endParaRPr sz="1700" b="0" i="0" u="none" strike="noStrike" cap="none">
              <a:solidFill>
                <a:schemeClr val="accent3"/>
              </a:solidFill>
              <a:latin typeface="Arial"/>
              <a:ea typeface="Arial"/>
              <a:cs typeface="Arial"/>
              <a:sym typeface="Arial"/>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sp>
        <p:nvSpPr>
          <p:cNvPr id="1327" name="Google Shape;1327;p105"/>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Integrations</a:t>
            </a:r>
            <a:endParaRPr/>
          </a:p>
        </p:txBody>
      </p:sp>
      <p:sp>
        <p:nvSpPr>
          <p:cNvPr id="1328" name="Google Shape;1328;p105"/>
          <p:cNvSpPr txBox="1">
            <a:spLocks noGrp="1"/>
          </p:cNvSpPr>
          <p:nvPr>
            <p:ph type="body" idx="1"/>
          </p:nvPr>
        </p:nvSpPr>
        <p:spPr>
          <a:xfrm>
            <a:off x="7894320" y="929640"/>
            <a:ext cx="9052560" cy="2154436"/>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Integrations connect workflows to third-party tools, acting as a container for both actions and connections.</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Each integration is tied to a specific vendor and product.</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Hyperautomation includes 150+ pre-built integrations, supports no-code API connections, and allows users to create custom integrations.</a:t>
            </a:r>
            <a:endParaRPr dirty="0"/>
          </a:p>
        </p:txBody>
      </p:sp>
      <p:pic>
        <p:nvPicPr>
          <p:cNvPr id="3" name="Picture 2">
            <a:extLst>
              <a:ext uri="{FF2B5EF4-FFF2-40B4-BE49-F238E27FC236}">
                <a16:creationId xmlns:a16="http://schemas.microsoft.com/office/drawing/2014/main" id="{95D3DC35-E03D-7B1A-2B63-66B7689B1816}"/>
              </a:ext>
            </a:extLst>
          </p:cNvPr>
          <p:cNvPicPr>
            <a:picLocks noChangeAspect="1"/>
          </p:cNvPicPr>
          <p:nvPr/>
        </p:nvPicPr>
        <p:blipFill>
          <a:blip r:embed="rId4"/>
          <a:stretch>
            <a:fillRect/>
          </a:stretch>
        </p:blipFill>
        <p:spPr>
          <a:xfrm>
            <a:off x="482751" y="2006858"/>
            <a:ext cx="7411569" cy="7105111"/>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sp>
        <p:nvSpPr>
          <p:cNvPr id="1334" name="Google Shape;1334;p106"/>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Integration Connections</a:t>
            </a:r>
            <a:endParaRPr/>
          </a:p>
        </p:txBody>
      </p:sp>
      <p:sp>
        <p:nvSpPr>
          <p:cNvPr id="1335" name="Google Shape;1335;p106"/>
          <p:cNvSpPr txBox="1">
            <a:spLocks noGrp="1"/>
          </p:cNvSpPr>
          <p:nvPr>
            <p:ph type="body" idx="1"/>
          </p:nvPr>
        </p:nvSpPr>
        <p:spPr>
          <a:xfrm>
            <a:off x="8732520" y="2377440"/>
            <a:ext cx="9052560" cy="2154436"/>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Connections enable secure interaction with external systems by managing host details, authentication, and protocols.</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Each integration supports multiple connections, allowing flexibility across environments. With built-in support for OAuth 2.0, API keys, and other authentication methods, connections are configured once and reused across workflows while ensuring security and privacy.</a:t>
            </a:r>
            <a:endParaRPr dirty="0"/>
          </a:p>
        </p:txBody>
      </p:sp>
      <p:pic>
        <p:nvPicPr>
          <p:cNvPr id="3" name="Picture 2">
            <a:extLst>
              <a:ext uri="{FF2B5EF4-FFF2-40B4-BE49-F238E27FC236}">
                <a16:creationId xmlns:a16="http://schemas.microsoft.com/office/drawing/2014/main" id="{14609138-B260-06E5-8EC0-F37C48BF419F}"/>
              </a:ext>
            </a:extLst>
          </p:cNvPr>
          <p:cNvPicPr>
            <a:picLocks noChangeAspect="1"/>
          </p:cNvPicPr>
          <p:nvPr/>
        </p:nvPicPr>
        <p:blipFill>
          <a:blip r:embed="rId4"/>
          <a:stretch>
            <a:fillRect/>
          </a:stretch>
        </p:blipFill>
        <p:spPr>
          <a:xfrm>
            <a:off x="576076" y="2177924"/>
            <a:ext cx="7971024" cy="6694961"/>
          </a:xfrm>
          <a:prstGeom prst="rect">
            <a:avLst/>
          </a:prstGeom>
        </p:spPr>
      </p:pic>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0"/>
        <p:cNvGrpSpPr/>
        <p:nvPr/>
      </p:nvGrpSpPr>
      <p:grpSpPr>
        <a:xfrm>
          <a:off x="0" y="0"/>
          <a:ext cx="0" cy="0"/>
          <a:chOff x="0" y="0"/>
          <a:chExt cx="0" cy="0"/>
        </a:xfrm>
      </p:grpSpPr>
      <p:sp>
        <p:nvSpPr>
          <p:cNvPr id="1341" name="Google Shape;1341;p107"/>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Integration Actions</a:t>
            </a:r>
            <a:endParaRPr/>
          </a:p>
        </p:txBody>
      </p:sp>
      <p:sp>
        <p:nvSpPr>
          <p:cNvPr id="1342" name="Google Shape;1342;p107"/>
          <p:cNvSpPr txBox="1">
            <a:spLocks noGrp="1"/>
          </p:cNvSpPr>
          <p:nvPr>
            <p:ph type="body" idx="1"/>
          </p:nvPr>
        </p:nvSpPr>
        <p:spPr>
          <a:xfrm>
            <a:off x="9321800" y="2373511"/>
            <a:ext cx="8272780" cy="2769989"/>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Pre-configured actions are designed for seamless interaction with third-party tools.</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Each integration includes built-in actions tailored to its platform, supporting operations like data retrieval, incident management, and automation tasks.</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Users can also create custom actions to extend functionality and adapt workflows to specific needs.</a:t>
            </a:r>
            <a:endParaRPr dirty="0"/>
          </a:p>
        </p:txBody>
      </p:sp>
      <p:pic>
        <p:nvPicPr>
          <p:cNvPr id="3" name="Picture 2">
            <a:extLst>
              <a:ext uri="{FF2B5EF4-FFF2-40B4-BE49-F238E27FC236}">
                <a16:creationId xmlns:a16="http://schemas.microsoft.com/office/drawing/2014/main" id="{B2B905EA-5D71-20F6-3F68-99F002CCEB2E}"/>
              </a:ext>
            </a:extLst>
          </p:cNvPr>
          <p:cNvPicPr>
            <a:picLocks noChangeAspect="1"/>
          </p:cNvPicPr>
          <p:nvPr/>
        </p:nvPicPr>
        <p:blipFill>
          <a:blip r:embed="rId4"/>
          <a:stretch>
            <a:fillRect/>
          </a:stretch>
        </p:blipFill>
        <p:spPr>
          <a:xfrm>
            <a:off x="576076" y="2095362"/>
            <a:ext cx="8553890" cy="5359675"/>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47"/>
        <p:cNvGrpSpPr/>
        <p:nvPr/>
      </p:nvGrpSpPr>
      <p:grpSpPr>
        <a:xfrm>
          <a:off x="0" y="0"/>
          <a:ext cx="0" cy="0"/>
          <a:chOff x="0" y="0"/>
          <a:chExt cx="0" cy="0"/>
        </a:xfrm>
      </p:grpSpPr>
      <p:sp>
        <p:nvSpPr>
          <p:cNvPr id="1348" name="Google Shape;1348;p108"/>
          <p:cNvSpPr txBox="1">
            <a:spLocks noGrp="1"/>
          </p:cNvSpPr>
          <p:nvPr>
            <p:ph type="title"/>
          </p:nvPr>
        </p:nvSpPr>
        <p:spPr>
          <a:xfrm>
            <a:off x="630800" y="2569075"/>
            <a:ext cx="7421400" cy="1620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4800"/>
              <a:buFont typeface="Arial"/>
              <a:buNone/>
            </a:pPr>
            <a:r>
              <a:rPr lang="en-US" sz="4800" b="0" i="0" u="none" strike="noStrike" cap="none">
                <a:solidFill>
                  <a:schemeClr val="lt1"/>
                </a:solidFill>
                <a:latin typeface="Arial"/>
                <a:ea typeface="Arial"/>
                <a:cs typeface="Arial"/>
                <a:sym typeface="Arial"/>
              </a:rPr>
              <a:t>Demo</a:t>
            </a:r>
            <a:endParaRPr/>
          </a:p>
        </p:txBody>
      </p:sp>
      <p:sp>
        <p:nvSpPr>
          <p:cNvPr id="1349" name="Google Shape;1349;p108"/>
          <p:cNvSpPr txBox="1">
            <a:spLocks noGrp="1"/>
          </p:cNvSpPr>
          <p:nvPr>
            <p:ph type="body" idx="1"/>
          </p:nvPr>
        </p:nvSpPr>
        <p:spPr>
          <a:xfrm>
            <a:off x="630798" y="5753072"/>
            <a:ext cx="7421400" cy="199110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lt1"/>
              </a:buClr>
              <a:buSzPts val="2300"/>
              <a:buFont typeface="Arial"/>
              <a:buNone/>
            </a:pPr>
            <a:r>
              <a:rPr lang="en-US" sz="2300" b="0" i="0" u="none" strike="noStrike" cap="none">
                <a:solidFill>
                  <a:schemeClr val="lt1"/>
                </a:solidFill>
                <a:latin typeface="Arial"/>
                <a:ea typeface="Arial"/>
                <a:cs typeface="Arial"/>
                <a:sym typeface="Arial"/>
              </a:rPr>
              <a:t>Configuring Integrations</a:t>
            </a:r>
            <a:endParaRPr/>
          </a:p>
        </p:txBody>
      </p:sp>
      <p:sp>
        <p:nvSpPr>
          <p:cNvPr id="1350" name="Google Shape;1350;p108"/>
          <p:cNvSpPr txBox="1">
            <a:spLocks noGrp="1"/>
          </p:cNvSpPr>
          <p:nvPr>
            <p:ph type="body" idx="2"/>
          </p:nvPr>
        </p:nvSpPr>
        <p:spPr>
          <a:xfrm>
            <a:off x="571504" y="9142950"/>
            <a:ext cx="7421400" cy="378300"/>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3"/>
              </a:buClr>
              <a:buSzPts val="2400"/>
              <a:buFont typeface="Arial"/>
              <a:buNone/>
            </a:pPr>
            <a:endParaRPr sz="1700" b="0" i="0" u="none" strike="noStrike" cap="none">
              <a:solidFill>
                <a:schemeClr val="accent3"/>
              </a:solidFill>
              <a:latin typeface="Arial"/>
              <a:ea typeface="Arial"/>
              <a:cs typeface="Arial"/>
              <a:sym typeface="Arial"/>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109"/>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Custom Integrations</a:t>
            </a:r>
            <a:endParaRPr/>
          </a:p>
        </p:txBody>
      </p:sp>
      <p:sp>
        <p:nvSpPr>
          <p:cNvPr id="1356" name="Google Shape;1356;p109"/>
          <p:cNvSpPr txBox="1">
            <a:spLocks noGrp="1"/>
          </p:cNvSpPr>
          <p:nvPr>
            <p:ph type="body" idx="1"/>
          </p:nvPr>
        </p:nvSpPr>
        <p:spPr>
          <a:xfrm>
            <a:off x="8732520" y="2377440"/>
            <a:ext cx="9052560" cy="1538883"/>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You can create custom integrations to any SaaS application for which you have an API key.</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Once you create an integration, it will appear at the top of the Integrations page along with the other platforms you have configured.</a:t>
            </a:r>
            <a:endParaRPr dirty="0"/>
          </a:p>
        </p:txBody>
      </p:sp>
      <p:pic>
        <p:nvPicPr>
          <p:cNvPr id="1357" name="Google Shape;1357;p109" descr="s28_4.png"/>
          <p:cNvPicPr preferRelativeResize="0"/>
          <p:nvPr/>
        </p:nvPicPr>
        <p:blipFill rotWithShape="1">
          <a:blip r:embed="rId4">
            <a:alphaModFix/>
          </a:blip>
          <a:srcRect/>
          <a:stretch/>
        </p:blipFill>
        <p:spPr>
          <a:xfrm>
            <a:off x="548640" y="2291922"/>
            <a:ext cx="7863840" cy="7211915"/>
          </a:xfrm>
          <a:prstGeom prst="rect">
            <a:avLst/>
          </a:prstGeom>
          <a:noFill/>
          <a:ln>
            <a:noFill/>
          </a:ln>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112"/>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Activating A Workflow</a:t>
            </a:r>
            <a:endParaRPr/>
          </a:p>
        </p:txBody>
      </p:sp>
      <p:sp>
        <p:nvSpPr>
          <p:cNvPr id="1378" name="Google Shape;1378;p112"/>
          <p:cNvSpPr txBox="1">
            <a:spLocks noGrp="1"/>
          </p:cNvSpPr>
          <p:nvPr>
            <p:ph type="body" idx="1"/>
          </p:nvPr>
        </p:nvSpPr>
        <p:spPr>
          <a:xfrm>
            <a:off x="9817100" y="2377440"/>
            <a:ext cx="7967980" cy="615553"/>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Activate workflows to make them operational, allowing them to respond to triggers and execute tasks as configured in real time.</a:t>
            </a:r>
            <a:endParaRPr dirty="0"/>
          </a:p>
        </p:txBody>
      </p:sp>
      <p:pic>
        <p:nvPicPr>
          <p:cNvPr id="3" name="Picture 2">
            <a:extLst>
              <a:ext uri="{FF2B5EF4-FFF2-40B4-BE49-F238E27FC236}">
                <a16:creationId xmlns:a16="http://schemas.microsoft.com/office/drawing/2014/main" id="{DD9F83C9-C121-2F22-375F-B60E3435BCB6}"/>
              </a:ext>
            </a:extLst>
          </p:cNvPr>
          <p:cNvPicPr>
            <a:picLocks noChangeAspect="1"/>
          </p:cNvPicPr>
          <p:nvPr/>
        </p:nvPicPr>
        <p:blipFill>
          <a:blip r:embed="rId4"/>
          <a:stretch>
            <a:fillRect/>
          </a:stretch>
        </p:blipFill>
        <p:spPr>
          <a:xfrm>
            <a:off x="502920" y="2111806"/>
            <a:ext cx="8932424" cy="4771594"/>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sp>
        <p:nvSpPr>
          <p:cNvPr id="1384" name="Google Shape;1384;p113"/>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Workflow Versions</a:t>
            </a:r>
            <a:endParaRPr/>
          </a:p>
        </p:txBody>
      </p:sp>
      <p:sp>
        <p:nvSpPr>
          <p:cNvPr id="1385" name="Google Shape;1385;p113"/>
          <p:cNvSpPr txBox="1">
            <a:spLocks noGrp="1"/>
          </p:cNvSpPr>
          <p:nvPr>
            <p:ph type="body" idx="1"/>
          </p:nvPr>
        </p:nvSpPr>
        <p:spPr>
          <a:xfrm>
            <a:off x="8732520" y="2377440"/>
            <a:ext cx="9052560" cy="1846659"/>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Workflows support versioning to track changes and ensure stability. Editing an active workflow creates a draft version without affecting operations.</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Only one version can be active at a time, while previous versions remain accessible for rollback. Activating a new version deactivates the current one, ensuring controlled updates.</a:t>
            </a:r>
            <a:endParaRPr dirty="0"/>
          </a:p>
        </p:txBody>
      </p:sp>
      <p:pic>
        <p:nvPicPr>
          <p:cNvPr id="1386" name="Google Shape;1386;p113" descr="s32_4.png"/>
          <p:cNvPicPr preferRelativeResize="0"/>
          <p:nvPr/>
        </p:nvPicPr>
        <p:blipFill rotWithShape="1">
          <a:blip r:embed="rId4">
            <a:alphaModFix/>
          </a:blip>
          <a:srcRect/>
          <a:stretch/>
        </p:blipFill>
        <p:spPr>
          <a:xfrm>
            <a:off x="548640" y="2742957"/>
            <a:ext cx="7863840" cy="6309845"/>
          </a:xfrm>
          <a:prstGeom prst="rect">
            <a:avLst/>
          </a:prstGeom>
          <a:noFill/>
          <a:ln>
            <a:noFill/>
          </a:ln>
        </p:spPr>
      </p:pic>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90"/>
        <p:cNvGrpSpPr/>
        <p:nvPr/>
      </p:nvGrpSpPr>
      <p:grpSpPr>
        <a:xfrm>
          <a:off x="0" y="0"/>
          <a:ext cx="0" cy="0"/>
          <a:chOff x="0" y="0"/>
          <a:chExt cx="0" cy="0"/>
        </a:xfrm>
      </p:grpSpPr>
      <p:sp>
        <p:nvSpPr>
          <p:cNvPr id="1391" name="Google Shape;1391;p114"/>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Workflow Export/Import</a:t>
            </a:r>
            <a:endParaRPr/>
          </a:p>
        </p:txBody>
      </p:sp>
      <p:sp>
        <p:nvSpPr>
          <p:cNvPr id="1392" name="Google Shape;1392;p114"/>
          <p:cNvSpPr txBox="1">
            <a:spLocks noGrp="1"/>
          </p:cNvSpPr>
          <p:nvPr>
            <p:ph type="body" idx="1"/>
          </p:nvPr>
        </p:nvSpPr>
        <p:spPr>
          <a:xfrm>
            <a:off x="8732520" y="2377440"/>
            <a:ext cx="9052560" cy="2492990"/>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1800" dirty="0"/>
              <a:t>A workflow can be exported in the UI or via API as JSON and imported to other scopes. You can also export and import multiple workflows simultaneously as a ZIP file.</a:t>
            </a:r>
            <a:endParaRPr dirty="0"/>
          </a:p>
          <a:p>
            <a:pPr marL="228600" marR="0" lvl="0" indent="0" algn="l" rtl="0">
              <a:lnSpc>
                <a:spcPct val="100000"/>
              </a:lnSpc>
              <a:spcBef>
                <a:spcPts val="0"/>
              </a:spcBef>
              <a:spcAft>
                <a:spcPts val="0"/>
              </a:spcAft>
              <a:buClr>
                <a:schemeClr val="accent6"/>
              </a:buClr>
              <a:buSzPts val="2200"/>
              <a:buFont typeface="Arial"/>
              <a:buNone/>
            </a:pPr>
            <a:endParaRPr sz="1800" dirty="0"/>
          </a:p>
          <a:p>
            <a:pPr marL="228600" marR="0" lvl="0" indent="0" algn="l" rtl="0">
              <a:lnSpc>
                <a:spcPct val="100000"/>
              </a:lnSpc>
              <a:spcBef>
                <a:spcPts val="0"/>
              </a:spcBef>
              <a:spcAft>
                <a:spcPts val="0"/>
              </a:spcAft>
              <a:buClr>
                <a:schemeClr val="accent6"/>
              </a:buClr>
              <a:buSzPts val="2200"/>
              <a:buFont typeface="Arial"/>
              <a:buNone/>
            </a:pPr>
            <a:r>
              <a:rPr lang="en-US" sz="1800" dirty="0"/>
              <a:t>The sample workflows demonstrated later in this presentation can be downloaded here:</a:t>
            </a:r>
          </a:p>
          <a:p>
            <a:pPr marL="228600" marR="0" lvl="0" indent="0" algn="l" rtl="0">
              <a:lnSpc>
                <a:spcPct val="100000"/>
              </a:lnSpc>
              <a:spcBef>
                <a:spcPts val="0"/>
              </a:spcBef>
              <a:spcAft>
                <a:spcPts val="0"/>
              </a:spcAft>
              <a:buClr>
                <a:schemeClr val="accent6"/>
              </a:buClr>
              <a:buSzPts val="2200"/>
              <a:buFont typeface="Arial"/>
              <a:buNone/>
            </a:pPr>
            <a:endParaRPr lang="en-US" sz="1800" dirty="0"/>
          </a:p>
          <a:p>
            <a:pPr marL="228600" lvl="0" indent="0"/>
            <a:r>
              <a:rPr lang="en-US" dirty="0">
                <a:hlinkClick r:id="rId4"/>
              </a:rPr>
              <a:t>https://github.com/simplescripter/OneCon26</a:t>
            </a:r>
            <a:endParaRPr lang="en-US" dirty="0"/>
          </a:p>
          <a:p>
            <a:pPr marL="228600" lvl="0" indent="0"/>
            <a:endParaRPr dirty="0"/>
          </a:p>
        </p:txBody>
      </p:sp>
      <p:pic>
        <p:nvPicPr>
          <p:cNvPr id="3" name="Picture 2">
            <a:extLst>
              <a:ext uri="{FF2B5EF4-FFF2-40B4-BE49-F238E27FC236}">
                <a16:creationId xmlns:a16="http://schemas.microsoft.com/office/drawing/2014/main" id="{E0A98446-62BF-37F6-1798-2019390B4692}"/>
              </a:ext>
            </a:extLst>
          </p:cNvPr>
          <p:cNvPicPr>
            <a:picLocks noChangeAspect="1"/>
          </p:cNvPicPr>
          <p:nvPr/>
        </p:nvPicPr>
        <p:blipFill>
          <a:blip r:embed="rId5"/>
          <a:stretch>
            <a:fillRect/>
          </a:stretch>
        </p:blipFill>
        <p:spPr>
          <a:xfrm>
            <a:off x="576076" y="2377440"/>
            <a:ext cx="8038121" cy="3863209"/>
          </a:xfrm>
          <a:prstGeom prst="rect">
            <a:avLst/>
          </a:prstGeom>
        </p:spPr>
      </p:pic>
      <p:pic>
        <p:nvPicPr>
          <p:cNvPr id="4" name="Picture 3">
            <a:extLst>
              <a:ext uri="{FF2B5EF4-FFF2-40B4-BE49-F238E27FC236}">
                <a16:creationId xmlns:a16="http://schemas.microsoft.com/office/drawing/2014/main" id="{2DFD189C-7389-74EA-15D8-6618009F720F}"/>
              </a:ext>
            </a:extLst>
          </p:cNvPr>
          <p:cNvPicPr>
            <a:picLocks noChangeAspect="1"/>
          </p:cNvPicPr>
          <p:nvPr/>
        </p:nvPicPr>
        <p:blipFill>
          <a:blip r:embed="rId6"/>
          <a:stretch>
            <a:fillRect/>
          </a:stretch>
        </p:blipFill>
        <p:spPr>
          <a:xfrm>
            <a:off x="10515600" y="4870430"/>
            <a:ext cx="4025900" cy="4025900"/>
          </a:xfrm>
          <a:prstGeom prst="rect">
            <a:avLst/>
          </a:prstGeom>
        </p:spPr>
      </p:pic>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97"/>
        <p:cNvGrpSpPr/>
        <p:nvPr/>
      </p:nvGrpSpPr>
      <p:grpSpPr>
        <a:xfrm>
          <a:off x="0" y="0"/>
          <a:ext cx="0" cy="0"/>
          <a:chOff x="0" y="0"/>
          <a:chExt cx="0" cy="0"/>
        </a:xfrm>
      </p:grpSpPr>
      <p:sp>
        <p:nvSpPr>
          <p:cNvPr id="1398" name="Google Shape;1398;p115"/>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Workflow Activity</a:t>
            </a:r>
            <a:endParaRPr/>
          </a:p>
        </p:txBody>
      </p:sp>
      <p:sp>
        <p:nvSpPr>
          <p:cNvPr id="1399" name="Google Shape;1399;p115"/>
          <p:cNvSpPr txBox="1">
            <a:spLocks noGrp="1"/>
          </p:cNvSpPr>
          <p:nvPr>
            <p:ph type="body" idx="1"/>
          </p:nvPr>
        </p:nvSpPr>
        <p:spPr>
          <a:xfrm>
            <a:off x="10566400" y="2463343"/>
            <a:ext cx="6951980" cy="2154436"/>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The Activity page tracks all recent workflow executions, displaying key details like workflow name, version, trigger type, and execution status.</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Workflows can be filtered and sorted, with statuses including running, completed, or failed, ensuring clear visibility into operational workflows.</a:t>
            </a:r>
            <a:endParaRPr dirty="0"/>
          </a:p>
        </p:txBody>
      </p:sp>
      <p:pic>
        <p:nvPicPr>
          <p:cNvPr id="3" name="Picture 2">
            <a:extLst>
              <a:ext uri="{FF2B5EF4-FFF2-40B4-BE49-F238E27FC236}">
                <a16:creationId xmlns:a16="http://schemas.microsoft.com/office/drawing/2014/main" id="{124DB606-2260-96FD-DBFD-5A1A9BE76A6A}"/>
              </a:ext>
            </a:extLst>
          </p:cNvPr>
          <p:cNvPicPr>
            <a:picLocks noChangeAspect="1"/>
          </p:cNvPicPr>
          <p:nvPr/>
        </p:nvPicPr>
        <p:blipFill>
          <a:blip r:embed="rId4"/>
          <a:stretch>
            <a:fillRect/>
          </a:stretch>
        </p:blipFill>
        <p:spPr>
          <a:xfrm>
            <a:off x="418845" y="2139801"/>
            <a:ext cx="9931910" cy="5778797"/>
          </a:xfrm>
          <a:prstGeom prst="rect">
            <a:avLst/>
          </a:prstGeom>
        </p:spPr>
      </p:pic>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11"/>
        <p:cNvGrpSpPr/>
        <p:nvPr/>
      </p:nvGrpSpPr>
      <p:grpSpPr>
        <a:xfrm>
          <a:off x="0" y="0"/>
          <a:ext cx="0" cy="0"/>
          <a:chOff x="0" y="0"/>
          <a:chExt cx="0" cy="0"/>
        </a:xfrm>
      </p:grpSpPr>
      <p:sp>
        <p:nvSpPr>
          <p:cNvPr id="1412" name="Google Shape;1412;p117"/>
          <p:cNvSpPr txBox="1">
            <a:spLocks noGrp="1"/>
          </p:cNvSpPr>
          <p:nvPr>
            <p:ph type="title"/>
          </p:nvPr>
        </p:nvSpPr>
        <p:spPr>
          <a:xfrm>
            <a:off x="630800" y="2569075"/>
            <a:ext cx="7421400" cy="1620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4800"/>
              <a:buFont typeface="Arial"/>
              <a:buNone/>
            </a:pPr>
            <a:r>
              <a:rPr lang="en-US" sz="4800" b="0" i="0" u="none" strike="noStrike" cap="none">
                <a:solidFill>
                  <a:schemeClr val="lt1"/>
                </a:solidFill>
                <a:latin typeface="Arial"/>
                <a:ea typeface="Arial"/>
                <a:cs typeface="Arial"/>
                <a:sym typeface="Arial"/>
              </a:rPr>
              <a:t>Demo</a:t>
            </a:r>
            <a:endParaRPr/>
          </a:p>
        </p:txBody>
      </p:sp>
      <p:sp>
        <p:nvSpPr>
          <p:cNvPr id="1413" name="Google Shape;1413;p117"/>
          <p:cNvSpPr txBox="1">
            <a:spLocks noGrp="1"/>
          </p:cNvSpPr>
          <p:nvPr>
            <p:ph type="body" idx="1"/>
          </p:nvPr>
        </p:nvSpPr>
        <p:spPr>
          <a:xfrm>
            <a:off x="630798" y="5753072"/>
            <a:ext cx="7421400" cy="199110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lt1"/>
              </a:buClr>
              <a:buSzPts val="2300"/>
              <a:buFont typeface="Arial"/>
              <a:buNone/>
            </a:pPr>
            <a:r>
              <a:rPr lang="en-US" sz="2300" b="0" i="0" u="none" strike="noStrike" cap="none">
                <a:solidFill>
                  <a:schemeClr val="lt1"/>
                </a:solidFill>
                <a:latin typeface="Arial"/>
                <a:ea typeface="Arial"/>
                <a:cs typeface="Arial"/>
                <a:sym typeface="Arial"/>
              </a:rPr>
              <a:t>Workflow Admin Tasks</a:t>
            </a:r>
            <a:endParaRPr/>
          </a:p>
        </p:txBody>
      </p:sp>
      <p:sp>
        <p:nvSpPr>
          <p:cNvPr id="1414" name="Google Shape;1414;p117"/>
          <p:cNvSpPr txBox="1">
            <a:spLocks noGrp="1"/>
          </p:cNvSpPr>
          <p:nvPr>
            <p:ph type="body" idx="2"/>
          </p:nvPr>
        </p:nvSpPr>
        <p:spPr>
          <a:xfrm>
            <a:off x="571504" y="9142950"/>
            <a:ext cx="7421400" cy="378300"/>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3"/>
              </a:buClr>
              <a:buSzPts val="2400"/>
              <a:buFont typeface="Arial"/>
              <a:buNone/>
            </a:pPr>
            <a:endParaRPr sz="1700" b="0" i="0" u="none" strike="noStrike" cap="none">
              <a:solidFill>
                <a:schemeClr val="accent3"/>
              </a:solidFill>
              <a:latin typeface="Arial"/>
              <a:ea typeface="Arial"/>
              <a:cs typeface="Arial"/>
              <a:sym typeface="Arial"/>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118"/>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Configuring Actions - References</a:t>
            </a:r>
            <a:endParaRPr/>
          </a:p>
        </p:txBody>
      </p:sp>
      <p:sp>
        <p:nvSpPr>
          <p:cNvPr id="1420" name="Google Shape;1420;p118"/>
          <p:cNvSpPr txBox="1">
            <a:spLocks noGrp="1"/>
          </p:cNvSpPr>
          <p:nvPr>
            <p:ph type="body" idx="1"/>
          </p:nvPr>
        </p:nvSpPr>
        <p:spPr>
          <a:xfrm>
            <a:off x="11887200" y="2377440"/>
            <a:ext cx="5897880" cy="2769989"/>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Actions can dynamically reference outputs from earlier steps, ensuring seamless data flow.</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The Action Inspector supports auto-complete and fuzzy search for easy selection of prior action results.</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Testing actions helps confirm their output schema, making references more accurate and reliable.</a:t>
            </a:r>
            <a:endParaRPr dirty="0"/>
          </a:p>
        </p:txBody>
      </p:sp>
      <p:pic>
        <p:nvPicPr>
          <p:cNvPr id="5" name="Picture 4">
            <a:extLst>
              <a:ext uri="{FF2B5EF4-FFF2-40B4-BE49-F238E27FC236}">
                <a16:creationId xmlns:a16="http://schemas.microsoft.com/office/drawing/2014/main" id="{27065A9D-A3B2-3E39-2F22-BCCA7441D27E}"/>
              </a:ext>
            </a:extLst>
          </p:cNvPr>
          <p:cNvPicPr>
            <a:picLocks noChangeAspect="1"/>
          </p:cNvPicPr>
          <p:nvPr/>
        </p:nvPicPr>
        <p:blipFill>
          <a:blip r:embed="rId4"/>
          <a:stretch>
            <a:fillRect/>
          </a:stretch>
        </p:blipFill>
        <p:spPr>
          <a:xfrm>
            <a:off x="502920" y="2303622"/>
            <a:ext cx="11177692" cy="6287452"/>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6" name="Google Shape;1426;p119"/>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Variables</a:t>
            </a:r>
            <a:endParaRPr/>
          </a:p>
        </p:txBody>
      </p:sp>
      <p:sp>
        <p:nvSpPr>
          <p:cNvPr id="1427" name="Google Shape;1427;p119"/>
          <p:cNvSpPr txBox="1">
            <a:spLocks noGrp="1"/>
          </p:cNvSpPr>
          <p:nvPr>
            <p:ph type="body" idx="1"/>
          </p:nvPr>
        </p:nvSpPr>
        <p:spPr>
          <a:xfrm>
            <a:off x="7772400" y="2377440"/>
            <a:ext cx="7886700" cy="1231106"/>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Store and share data across workflows using global variables. These variables persist beyond a single execution, enabling seamless data reuse between workflows for consistent automation and streamlined operations.</a:t>
            </a:r>
            <a:endParaRPr dirty="0"/>
          </a:p>
        </p:txBody>
      </p:sp>
      <p:pic>
        <p:nvPicPr>
          <p:cNvPr id="3" name="Picture 2">
            <a:extLst>
              <a:ext uri="{FF2B5EF4-FFF2-40B4-BE49-F238E27FC236}">
                <a16:creationId xmlns:a16="http://schemas.microsoft.com/office/drawing/2014/main" id="{FE518047-FF05-0580-C829-7F65EE83D704}"/>
              </a:ext>
            </a:extLst>
          </p:cNvPr>
          <p:cNvPicPr>
            <a:picLocks noChangeAspect="1"/>
          </p:cNvPicPr>
          <p:nvPr/>
        </p:nvPicPr>
        <p:blipFill>
          <a:blip r:embed="rId4"/>
          <a:stretch>
            <a:fillRect/>
          </a:stretch>
        </p:blipFill>
        <p:spPr>
          <a:xfrm>
            <a:off x="1355475" y="4357624"/>
            <a:ext cx="9709649" cy="4026107"/>
          </a:xfrm>
          <a:prstGeom prst="rect">
            <a:avLst/>
          </a:prstGeom>
        </p:spPr>
      </p:pic>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2"/>
        <p:cNvGrpSpPr/>
        <p:nvPr/>
      </p:nvGrpSpPr>
      <p:grpSpPr>
        <a:xfrm>
          <a:off x="0" y="0"/>
          <a:ext cx="0" cy="0"/>
          <a:chOff x="0" y="0"/>
          <a:chExt cx="0" cy="0"/>
        </a:xfrm>
      </p:grpSpPr>
      <p:sp>
        <p:nvSpPr>
          <p:cNvPr id="1433" name="Google Shape;1433;p120"/>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a:solidFill>
                  <a:schemeClr val="accent6"/>
                </a:solidFill>
                <a:latin typeface="Arial"/>
                <a:ea typeface="Arial"/>
                <a:cs typeface="Arial"/>
                <a:sym typeface="Arial"/>
              </a:rPr>
              <a:t>Functions</a:t>
            </a:r>
            <a:endParaRPr/>
          </a:p>
        </p:txBody>
      </p:sp>
      <p:sp>
        <p:nvSpPr>
          <p:cNvPr id="1434" name="Google Shape;1434;p120"/>
          <p:cNvSpPr txBox="1">
            <a:spLocks noGrp="1"/>
          </p:cNvSpPr>
          <p:nvPr>
            <p:ph type="body" idx="1"/>
          </p:nvPr>
        </p:nvSpPr>
        <p:spPr>
          <a:xfrm>
            <a:off x="12395200" y="2377440"/>
            <a:ext cx="5389880" cy="1231106"/>
          </a:xfrm>
          <a:prstGeom prst="rect">
            <a:avLst/>
          </a:prstGeom>
          <a:noFill/>
          <a:ln>
            <a:noFill/>
          </a:ln>
        </p:spPr>
        <p:txBody>
          <a:bodyPr spcFirstLastPara="1" wrap="square" lIns="0" tIns="0" rIns="0" bIns="0" anchor="t" anchorCtr="0">
            <a:spAutoFit/>
          </a:bodyPr>
          <a:lstStyle/>
          <a:p>
            <a:pPr marL="228600" marR="0" lvl="0" indent="0" algn="l" rtl="0">
              <a:lnSpc>
                <a:spcPct val="100000"/>
              </a:lnSpc>
              <a:spcBef>
                <a:spcPts val="0"/>
              </a:spcBef>
              <a:spcAft>
                <a:spcPts val="0"/>
              </a:spcAft>
              <a:buClr>
                <a:schemeClr val="accent6"/>
              </a:buClr>
              <a:buSzPts val="2200"/>
              <a:buFont typeface="Arial"/>
              <a:buNone/>
            </a:pPr>
            <a:r>
              <a:rPr lang="en-US" sz="2000" dirty="0"/>
              <a:t>Functions are part of Actions Configuration.</a:t>
            </a:r>
            <a:endParaRPr dirty="0"/>
          </a:p>
          <a:p>
            <a:pPr marL="228600" marR="0" lvl="0" indent="0" algn="l" rtl="0">
              <a:lnSpc>
                <a:spcPct val="100000"/>
              </a:lnSpc>
              <a:spcBef>
                <a:spcPts val="0"/>
              </a:spcBef>
              <a:spcAft>
                <a:spcPts val="0"/>
              </a:spcAft>
              <a:buClr>
                <a:schemeClr val="accent6"/>
              </a:buClr>
              <a:buSzPts val="2200"/>
              <a:buFont typeface="Arial"/>
              <a:buNone/>
            </a:pPr>
            <a:endParaRPr sz="2000" dirty="0"/>
          </a:p>
          <a:p>
            <a:pPr marL="228600" marR="0" lvl="0" indent="0" algn="l" rtl="0">
              <a:lnSpc>
                <a:spcPct val="100000"/>
              </a:lnSpc>
              <a:spcBef>
                <a:spcPts val="0"/>
              </a:spcBef>
              <a:spcAft>
                <a:spcPts val="0"/>
              </a:spcAft>
              <a:buClr>
                <a:schemeClr val="accent6"/>
              </a:buClr>
              <a:buSzPts val="2200"/>
              <a:buFont typeface="Arial"/>
              <a:buNone/>
            </a:pPr>
            <a:r>
              <a:rPr lang="en-US" sz="2000" dirty="0"/>
              <a:t>Functions enable input manipulation and formatting within action configurations.</a:t>
            </a:r>
            <a:endParaRPr dirty="0"/>
          </a:p>
        </p:txBody>
      </p:sp>
      <p:sp>
        <p:nvSpPr>
          <p:cNvPr id="3" name="TextBox 2">
            <a:extLst>
              <a:ext uri="{FF2B5EF4-FFF2-40B4-BE49-F238E27FC236}">
                <a16:creationId xmlns:a16="http://schemas.microsoft.com/office/drawing/2014/main" id="{880668E3-AD78-A296-7C4A-39FC834CB71A}"/>
              </a:ext>
            </a:extLst>
          </p:cNvPr>
          <p:cNvSpPr txBox="1"/>
          <p:nvPr/>
        </p:nvSpPr>
        <p:spPr>
          <a:xfrm>
            <a:off x="576076" y="8138117"/>
            <a:ext cx="9156700" cy="435825"/>
          </a:xfrm>
          <a:prstGeom prst="rect">
            <a:avLst/>
          </a:prstGeom>
          <a:noFill/>
        </p:spPr>
        <p:txBody>
          <a:bodyPr wrap="square">
            <a:spAutoFit/>
          </a:bodyPr>
          <a:lstStyle/>
          <a:p>
            <a:pPr lvl="0">
              <a:lnSpc>
                <a:spcPct val="110000"/>
              </a:lnSpc>
              <a:spcBef>
                <a:spcPts val="1500"/>
              </a:spcBef>
              <a:buClr>
                <a:schemeClr val="dk1"/>
              </a:buClr>
              <a:buSzPts val="1100"/>
            </a:pPr>
            <a:r>
              <a:rPr lang="en-US" sz="2200" dirty="0">
                <a:solidFill>
                  <a:schemeClr val="accent2"/>
                </a:solidFill>
                <a:hlinkClick r:id="rId4"/>
              </a:rPr>
              <a:t>https://community.sentinelone.com/s/article/000010854</a:t>
            </a:r>
            <a:endParaRPr lang="en-US" sz="2200" dirty="0">
              <a:solidFill>
                <a:schemeClr val="accent2"/>
              </a:solidFill>
            </a:endParaRPr>
          </a:p>
        </p:txBody>
      </p:sp>
      <p:pic>
        <p:nvPicPr>
          <p:cNvPr id="7" name="Picture 6">
            <a:extLst>
              <a:ext uri="{FF2B5EF4-FFF2-40B4-BE49-F238E27FC236}">
                <a16:creationId xmlns:a16="http://schemas.microsoft.com/office/drawing/2014/main" id="{407B0778-8121-E22F-0D81-F21019EE011E}"/>
              </a:ext>
            </a:extLst>
          </p:cNvPr>
          <p:cNvPicPr>
            <a:picLocks noChangeAspect="1"/>
          </p:cNvPicPr>
          <p:nvPr/>
        </p:nvPicPr>
        <p:blipFill>
          <a:blip r:embed="rId5"/>
          <a:stretch>
            <a:fillRect/>
          </a:stretch>
        </p:blipFill>
        <p:spPr>
          <a:xfrm>
            <a:off x="576076" y="1943100"/>
            <a:ext cx="11391900" cy="5760677"/>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9"/>
        <p:cNvGrpSpPr/>
        <p:nvPr/>
      </p:nvGrpSpPr>
      <p:grpSpPr>
        <a:xfrm>
          <a:off x="0" y="0"/>
          <a:ext cx="0" cy="0"/>
          <a:chOff x="0" y="0"/>
          <a:chExt cx="0" cy="0"/>
        </a:xfrm>
      </p:grpSpPr>
      <p:sp>
        <p:nvSpPr>
          <p:cNvPr id="1440" name="Google Shape;1440;p121"/>
          <p:cNvSpPr txBox="1">
            <a:spLocks noGrp="1"/>
          </p:cNvSpPr>
          <p:nvPr>
            <p:ph type="title"/>
          </p:nvPr>
        </p:nvSpPr>
        <p:spPr>
          <a:xfrm>
            <a:off x="576075" y="2343500"/>
            <a:ext cx="8180100" cy="33249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8000"/>
              <a:buFont typeface="Arial"/>
              <a:buNone/>
            </a:pPr>
            <a:r>
              <a:rPr lang="en-US" sz="8000" b="0" i="0" u="none" strike="noStrike" cap="none">
                <a:solidFill>
                  <a:schemeClr val="lt2"/>
                </a:solidFill>
                <a:latin typeface="Arial"/>
                <a:ea typeface="Arial"/>
                <a:cs typeface="Arial"/>
                <a:sym typeface="Arial"/>
              </a:rPr>
              <a:t>Workflow Use Cases</a:t>
            </a:r>
            <a:endParaRPr/>
          </a:p>
        </p:txBody>
      </p:sp>
      <p:sp>
        <p:nvSpPr>
          <p:cNvPr id="1441" name="Google Shape;1441;p121"/>
          <p:cNvSpPr txBox="1">
            <a:spLocks noGrp="1"/>
          </p:cNvSpPr>
          <p:nvPr>
            <p:ph type="body" idx="1"/>
          </p:nvPr>
        </p:nvSpPr>
        <p:spPr>
          <a:xfrm>
            <a:off x="567280" y="6434949"/>
            <a:ext cx="6060000" cy="40020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2"/>
              </a:buClr>
              <a:buSzPts val="2200"/>
              <a:buFont typeface="Arial"/>
              <a:buNone/>
            </a:pPr>
            <a:endParaRPr sz="3600" b="0" i="0" u="none" strike="noStrike" cap="none">
              <a:solidFill>
                <a:schemeClr val="accent2"/>
              </a:solidFill>
              <a:latin typeface="Arial"/>
              <a:ea typeface="Arial"/>
              <a:cs typeface="Arial"/>
              <a:sym typeface="Arial"/>
            </a:endParaRPr>
          </a:p>
        </p:txBody>
      </p:sp>
      <p:sp>
        <p:nvSpPr>
          <p:cNvPr id="1442" name="Google Shape;1442;p121"/>
          <p:cNvSpPr txBox="1">
            <a:spLocks noGrp="1"/>
          </p:cNvSpPr>
          <p:nvPr>
            <p:ph type="body" idx="2"/>
          </p:nvPr>
        </p:nvSpPr>
        <p:spPr>
          <a:xfrm>
            <a:off x="11648885" y="866700"/>
            <a:ext cx="6060000" cy="40020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rgbClr val="000000"/>
              </a:buClr>
              <a:buSzPts val="2200"/>
              <a:buFont typeface="Arial"/>
              <a:buNone/>
            </a:pPr>
            <a:r>
              <a:rPr lang="en-US" sz="2600" b="0" i="0" u="none" strike="noStrike" cap="none" dirty="0">
                <a:solidFill>
                  <a:schemeClr val="accent3"/>
                </a:solidFill>
                <a:latin typeface="Arial"/>
                <a:ea typeface="Arial"/>
                <a:cs typeface="Arial"/>
                <a:sym typeface="Arial"/>
              </a:rPr>
              <a:t>Hyperautomation Use Cases</a:t>
            </a:r>
            <a:endParaRPr dirty="0"/>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11111-1560-2BBC-8E54-A7B9AABFE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0CC63-3329-5D3B-10D6-F66EB58526E2}"/>
              </a:ext>
            </a:extLst>
          </p:cNvPr>
          <p:cNvSpPr>
            <a:spLocks noGrp="1"/>
          </p:cNvSpPr>
          <p:nvPr>
            <p:ph type="title"/>
          </p:nvPr>
        </p:nvSpPr>
        <p:spPr>
          <a:xfrm>
            <a:off x="576076" y="790600"/>
            <a:ext cx="5138924" cy="895200"/>
          </a:xfrm>
        </p:spPr>
        <p:txBody>
          <a:bodyPr/>
          <a:lstStyle/>
          <a:p>
            <a:r>
              <a:rPr lang="en-US" dirty="0"/>
              <a:t>Introduction to Custom Data Tables</a:t>
            </a:r>
          </a:p>
        </p:txBody>
      </p:sp>
      <p:pic>
        <p:nvPicPr>
          <p:cNvPr id="8" name="Picture 7">
            <a:extLst>
              <a:ext uri="{FF2B5EF4-FFF2-40B4-BE49-F238E27FC236}">
                <a16:creationId xmlns:a16="http://schemas.microsoft.com/office/drawing/2014/main" id="{BE12D2AF-3255-0277-5036-8FDCAC82FEC6}"/>
              </a:ext>
            </a:extLst>
          </p:cNvPr>
          <p:cNvPicPr>
            <a:picLocks noChangeAspect="1"/>
          </p:cNvPicPr>
          <p:nvPr/>
        </p:nvPicPr>
        <p:blipFill>
          <a:blip r:embed="rId4"/>
          <a:stretch>
            <a:fillRect/>
          </a:stretch>
        </p:blipFill>
        <p:spPr>
          <a:xfrm>
            <a:off x="6019545" y="631646"/>
            <a:ext cx="9906509" cy="2108308"/>
          </a:xfrm>
          <a:prstGeom prst="rect">
            <a:avLst/>
          </a:prstGeom>
        </p:spPr>
      </p:pic>
      <p:pic>
        <p:nvPicPr>
          <p:cNvPr id="10" name="Picture 9">
            <a:extLst>
              <a:ext uri="{FF2B5EF4-FFF2-40B4-BE49-F238E27FC236}">
                <a16:creationId xmlns:a16="http://schemas.microsoft.com/office/drawing/2014/main" id="{BB2D2885-17E3-8A01-6DBF-395ED18E25A8}"/>
              </a:ext>
            </a:extLst>
          </p:cNvPr>
          <p:cNvPicPr>
            <a:picLocks noChangeAspect="1"/>
          </p:cNvPicPr>
          <p:nvPr/>
        </p:nvPicPr>
        <p:blipFill>
          <a:blip r:embed="rId5"/>
          <a:stretch>
            <a:fillRect/>
          </a:stretch>
        </p:blipFill>
        <p:spPr>
          <a:xfrm>
            <a:off x="2887476" y="2912649"/>
            <a:ext cx="10282424" cy="6583751"/>
          </a:xfrm>
          <a:prstGeom prst="rect">
            <a:avLst/>
          </a:prstGeom>
        </p:spPr>
      </p:pic>
    </p:spTree>
    <p:custDataLst>
      <p:tags r:id="rId1"/>
    </p:custDataLst>
    <p:extLst>
      <p:ext uri="{BB962C8B-B14F-4D97-AF65-F5344CB8AC3E}">
        <p14:creationId xmlns:p14="http://schemas.microsoft.com/office/powerpoint/2010/main" val="4193676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C496DC9-F1AC-3C09-CE34-20EC8EAA0A8F}"/>
              </a:ext>
            </a:extLst>
          </p:cNvPr>
          <p:cNvSpPr>
            <a:spLocks noGrp="1"/>
          </p:cNvSpPr>
          <p:nvPr>
            <p:ph type="body" idx="1"/>
          </p:nvPr>
        </p:nvSpPr>
        <p:spPr>
          <a:xfrm>
            <a:off x="576072" y="2854006"/>
            <a:ext cx="2548128" cy="1477328"/>
          </a:xfrm>
        </p:spPr>
        <p:txBody>
          <a:bodyPr/>
          <a:lstStyle/>
          <a:p>
            <a:pPr marL="228600" indent="0"/>
            <a:r>
              <a:rPr lang="en-US" sz="2400" dirty="0"/>
              <a:t>Join results to the data table with the </a:t>
            </a:r>
            <a:r>
              <a:rPr lang="en-US" sz="2400" b="1" dirty="0"/>
              <a:t>lookup</a:t>
            </a:r>
            <a:r>
              <a:rPr lang="en-US" sz="2400" dirty="0"/>
              <a:t> command</a:t>
            </a:r>
          </a:p>
        </p:txBody>
      </p:sp>
      <p:pic>
        <p:nvPicPr>
          <p:cNvPr id="6" name="Picture 5">
            <a:extLst>
              <a:ext uri="{FF2B5EF4-FFF2-40B4-BE49-F238E27FC236}">
                <a16:creationId xmlns:a16="http://schemas.microsoft.com/office/drawing/2014/main" id="{43030C32-993D-D491-9B40-49C61641FAAA}"/>
              </a:ext>
            </a:extLst>
          </p:cNvPr>
          <p:cNvPicPr>
            <a:picLocks noChangeAspect="1"/>
          </p:cNvPicPr>
          <p:nvPr/>
        </p:nvPicPr>
        <p:blipFill>
          <a:blip r:embed="rId4"/>
          <a:stretch>
            <a:fillRect/>
          </a:stretch>
        </p:blipFill>
        <p:spPr>
          <a:xfrm>
            <a:off x="3124200" y="396854"/>
            <a:ext cx="11604371" cy="1762145"/>
          </a:xfrm>
          <a:prstGeom prst="rect">
            <a:avLst/>
          </a:prstGeom>
        </p:spPr>
      </p:pic>
      <p:pic>
        <p:nvPicPr>
          <p:cNvPr id="8" name="Picture 7">
            <a:extLst>
              <a:ext uri="{FF2B5EF4-FFF2-40B4-BE49-F238E27FC236}">
                <a16:creationId xmlns:a16="http://schemas.microsoft.com/office/drawing/2014/main" id="{9FE3BDCB-8174-9817-2486-8408E959A72D}"/>
              </a:ext>
            </a:extLst>
          </p:cNvPr>
          <p:cNvPicPr>
            <a:picLocks noChangeAspect="1"/>
          </p:cNvPicPr>
          <p:nvPr/>
        </p:nvPicPr>
        <p:blipFill>
          <a:blip r:embed="rId5"/>
          <a:stretch>
            <a:fillRect/>
          </a:stretch>
        </p:blipFill>
        <p:spPr>
          <a:xfrm>
            <a:off x="3562063" y="2635120"/>
            <a:ext cx="14088654" cy="6331079"/>
          </a:xfrm>
          <a:prstGeom prst="rect">
            <a:avLst/>
          </a:prstGeom>
        </p:spPr>
      </p:pic>
    </p:spTree>
    <p:custDataLst>
      <p:tags r:id="rId1"/>
    </p:custDataLst>
    <p:extLst>
      <p:ext uri="{BB962C8B-B14F-4D97-AF65-F5344CB8AC3E}">
        <p14:creationId xmlns:p14="http://schemas.microsoft.com/office/powerpoint/2010/main" val="632866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5F691-E653-B282-2CB6-B1D87C7BA5B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0FCDBE2-46E2-BC8C-6109-E01B5E23D9E5}"/>
              </a:ext>
            </a:extLst>
          </p:cNvPr>
          <p:cNvSpPr>
            <a:spLocks noGrp="1"/>
          </p:cNvSpPr>
          <p:nvPr>
            <p:ph type="body" idx="1"/>
          </p:nvPr>
        </p:nvSpPr>
        <p:spPr>
          <a:xfrm>
            <a:off x="195072" y="2676206"/>
            <a:ext cx="2548128" cy="1477328"/>
          </a:xfrm>
        </p:spPr>
        <p:txBody>
          <a:bodyPr/>
          <a:lstStyle/>
          <a:p>
            <a:pPr marL="228600" indent="0"/>
            <a:r>
              <a:rPr lang="en-US" sz="2400" dirty="0"/>
              <a:t>Join results to the data table with the </a:t>
            </a:r>
            <a:r>
              <a:rPr lang="en-US" sz="2400" b="1" dirty="0"/>
              <a:t>lookup</a:t>
            </a:r>
            <a:r>
              <a:rPr lang="en-US" sz="2400" dirty="0"/>
              <a:t> command</a:t>
            </a:r>
          </a:p>
        </p:txBody>
      </p:sp>
      <p:pic>
        <p:nvPicPr>
          <p:cNvPr id="7" name="Picture 6">
            <a:extLst>
              <a:ext uri="{FF2B5EF4-FFF2-40B4-BE49-F238E27FC236}">
                <a16:creationId xmlns:a16="http://schemas.microsoft.com/office/drawing/2014/main" id="{D0AB865E-23BE-F880-51A1-67A0360C2544}"/>
              </a:ext>
            </a:extLst>
          </p:cNvPr>
          <p:cNvPicPr>
            <a:picLocks noChangeAspect="1"/>
          </p:cNvPicPr>
          <p:nvPr/>
        </p:nvPicPr>
        <p:blipFill>
          <a:blip r:embed="rId4"/>
          <a:stretch>
            <a:fillRect/>
          </a:stretch>
        </p:blipFill>
        <p:spPr>
          <a:xfrm>
            <a:off x="3031840" y="1226623"/>
            <a:ext cx="14783099" cy="7701477"/>
          </a:xfrm>
          <a:prstGeom prst="rect">
            <a:avLst/>
          </a:prstGeom>
        </p:spPr>
      </p:pic>
    </p:spTree>
    <p:custDataLst>
      <p:tags r:id="rId1"/>
    </p:custDataLst>
    <p:extLst>
      <p:ext uri="{BB962C8B-B14F-4D97-AF65-F5344CB8AC3E}">
        <p14:creationId xmlns:p14="http://schemas.microsoft.com/office/powerpoint/2010/main" val="3954868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5098-1C4B-0D89-410E-C36B2C0AA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EA832-217B-E621-C74A-38DDA97537E2}"/>
              </a:ext>
            </a:extLst>
          </p:cNvPr>
          <p:cNvSpPr>
            <a:spLocks noGrp="1"/>
          </p:cNvSpPr>
          <p:nvPr>
            <p:ph type="title"/>
          </p:nvPr>
        </p:nvSpPr>
        <p:spPr/>
        <p:txBody>
          <a:bodyPr/>
          <a:lstStyle/>
          <a:p>
            <a:r>
              <a:rPr lang="en-US" dirty="0"/>
              <a:t>Introduction to Private Network Access (PNA)</a:t>
            </a:r>
          </a:p>
        </p:txBody>
      </p:sp>
      <p:pic>
        <p:nvPicPr>
          <p:cNvPr id="5" name="Picture 4">
            <a:extLst>
              <a:ext uri="{FF2B5EF4-FFF2-40B4-BE49-F238E27FC236}">
                <a16:creationId xmlns:a16="http://schemas.microsoft.com/office/drawing/2014/main" id="{7C3E47EA-55B0-3566-8BB3-A6706C723E39}"/>
              </a:ext>
            </a:extLst>
          </p:cNvPr>
          <p:cNvPicPr>
            <a:picLocks noChangeAspect="1"/>
          </p:cNvPicPr>
          <p:nvPr/>
        </p:nvPicPr>
        <p:blipFill>
          <a:blip r:embed="rId4"/>
          <a:stretch>
            <a:fillRect/>
          </a:stretch>
        </p:blipFill>
        <p:spPr>
          <a:xfrm>
            <a:off x="10271010" y="2228761"/>
            <a:ext cx="7178790" cy="5478283"/>
          </a:xfrm>
          <a:prstGeom prst="rect">
            <a:avLst/>
          </a:prstGeom>
        </p:spPr>
      </p:pic>
      <p:pic>
        <p:nvPicPr>
          <p:cNvPr id="7" name="Picture 6">
            <a:extLst>
              <a:ext uri="{FF2B5EF4-FFF2-40B4-BE49-F238E27FC236}">
                <a16:creationId xmlns:a16="http://schemas.microsoft.com/office/drawing/2014/main" id="{F28EBD1B-74EF-7237-358C-7EF2E24A3CC6}"/>
              </a:ext>
            </a:extLst>
          </p:cNvPr>
          <p:cNvPicPr>
            <a:picLocks noChangeAspect="1"/>
          </p:cNvPicPr>
          <p:nvPr/>
        </p:nvPicPr>
        <p:blipFill>
          <a:blip r:embed="rId5"/>
          <a:stretch>
            <a:fillRect/>
          </a:stretch>
        </p:blipFill>
        <p:spPr>
          <a:xfrm>
            <a:off x="576076" y="2228761"/>
            <a:ext cx="8831531" cy="6210300"/>
          </a:xfrm>
          <a:prstGeom prst="rect">
            <a:avLst/>
          </a:prstGeom>
        </p:spPr>
      </p:pic>
    </p:spTree>
    <p:custDataLst>
      <p:tags r:id="rId1"/>
    </p:custDataLst>
    <p:extLst>
      <p:ext uri="{BB962C8B-B14F-4D97-AF65-F5344CB8AC3E}">
        <p14:creationId xmlns:p14="http://schemas.microsoft.com/office/powerpoint/2010/main" val="2650964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EB44F-B374-DB67-41BB-563FCC040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F67A5-0D4C-8BEC-6EF5-B735C619C363}"/>
              </a:ext>
            </a:extLst>
          </p:cNvPr>
          <p:cNvSpPr>
            <a:spLocks noGrp="1"/>
          </p:cNvSpPr>
          <p:nvPr>
            <p:ph type="title"/>
          </p:nvPr>
        </p:nvSpPr>
        <p:spPr>
          <a:xfrm>
            <a:off x="576076" y="460400"/>
            <a:ext cx="16560000" cy="895200"/>
          </a:xfrm>
        </p:spPr>
        <p:txBody>
          <a:bodyPr/>
          <a:lstStyle/>
          <a:p>
            <a:r>
              <a:rPr lang="en-US" dirty="0"/>
              <a:t>Architecture to Pull AD Details via Hyperautomation &amp; PNA</a:t>
            </a:r>
          </a:p>
        </p:txBody>
      </p:sp>
      <p:pic>
        <p:nvPicPr>
          <p:cNvPr id="32" name="Picture 31">
            <a:extLst>
              <a:ext uri="{FF2B5EF4-FFF2-40B4-BE49-F238E27FC236}">
                <a16:creationId xmlns:a16="http://schemas.microsoft.com/office/drawing/2014/main" id="{0E72C480-5F0F-9566-6033-D9FC63D757AB}"/>
              </a:ext>
            </a:extLst>
          </p:cNvPr>
          <p:cNvPicPr>
            <a:picLocks noChangeAspect="1"/>
          </p:cNvPicPr>
          <p:nvPr/>
        </p:nvPicPr>
        <p:blipFill>
          <a:blip r:embed="rId4"/>
          <a:stretch>
            <a:fillRect/>
          </a:stretch>
        </p:blipFill>
        <p:spPr>
          <a:xfrm>
            <a:off x="1541276" y="1628637"/>
            <a:ext cx="13990824" cy="7872771"/>
          </a:xfrm>
          <a:prstGeom prst="rect">
            <a:avLst/>
          </a:prstGeom>
        </p:spPr>
      </p:pic>
    </p:spTree>
    <p:custDataLst>
      <p:tags r:id="rId1"/>
    </p:custDataLst>
    <p:extLst>
      <p:ext uri="{BB962C8B-B14F-4D97-AF65-F5344CB8AC3E}">
        <p14:creationId xmlns:p14="http://schemas.microsoft.com/office/powerpoint/2010/main" val="9489222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11">
          <a:extLst>
            <a:ext uri="{FF2B5EF4-FFF2-40B4-BE49-F238E27FC236}">
              <a16:creationId xmlns:a16="http://schemas.microsoft.com/office/drawing/2014/main" id="{EAA46538-8BFB-01F7-14E7-8B5D23A9D365}"/>
            </a:ext>
          </a:extLst>
        </p:cNvPr>
        <p:cNvGrpSpPr/>
        <p:nvPr/>
      </p:nvGrpSpPr>
      <p:grpSpPr>
        <a:xfrm>
          <a:off x="0" y="0"/>
          <a:ext cx="0" cy="0"/>
          <a:chOff x="0" y="0"/>
          <a:chExt cx="0" cy="0"/>
        </a:xfrm>
      </p:grpSpPr>
      <p:sp>
        <p:nvSpPr>
          <p:cNvPr id="1412" name="Google Shape;1412;p117">
            <a:extLst>
              <a:ext uri="{FF2B5EF4-FFF2-40B4-BE49-F238E27FC236}">
                <a16:creationId xmlns:a16="http://schemas.microsoft.com/office/drawing/2014/main" id="{6C042B18-DDC7-674F-38EB-CDC89CEA3ED0}"/>
              </a:ext>
            </a:extLst>
          </p:cNvPr>
          <p:cNvSpPr txBox="1">
            <a:spLocks noGrp="1"/>
          </p:cNvSpPr>
          <p:nvPr>
            <p:ph type="title"/>
          </p:nvPr>
        </p:nvSpPr>
        <p:spPr>
          <a:xfrm>
            <a:off x="630800" y="2569075"/>
            <a:ext cx="7421400" cy="1620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4800"/>
              <a:buFont typeface="Arial"/>
              <a:buNone/>
            </a:pPr>
            <a:r>
              <a:rPr lang="en-US" sz="4800" b="0" i="0" u="none" strike="noStrike" cap="none">
                <a:solidFill>
                  <a:schemeClr val="lt1"/>
                </a:solidFill>
                <a:latin typeface="Arial"/>
                <a:ea typeface="Arial"/>
                <a:cs typeface="Arial"/>
                <a:sym typeface="Arial"/>
              </a:rPr>
              <a:t>Demo</a:t>
            </a:r>
            <a:endParaRPr/>
          </a:p>
        </p:txBody>
      </p:sp>
      <p:sp>
        <p:nvSpPr>
          <p:cNvPr id="1413" name="Google Shape;1413;p117">
            <a:extLst>
              <a:ext uri="{FF2B5EF4-FFF2-40B4-BE49-F238E27FC236}">
                <a16:creationId xmlns:a16="http://schemas.microsoft.com/office/drawing/2014/main" id="{E2678361-19D8-A5DB-7EEB-7FD254076423}"/>
              </a:ext>
            </a:extLst>
          </p:cNvPr>
          <p:cNvSpPr txBox="1">
            <a:spLocks noGrp="1"/>
          </p:cNvSpPr>
          <p:nvPr>
            <p:ph type="body" idx="1"/>
          </p:nvPr>
        </p:nvSpPr>
        <p:spPr>
          <a:xfrm>
            <a:off x="630798" y="5753072"/>
            <a:ext cx="7421400" cy="199110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lt1"/>
              </a:buClr>
              <a:buSzPts val="2300"/>
              <a:buFont typeface="Arial"/>
              <a:buNone/>
            </a:pPr>
            <a:r>
              <a:rPr lang="en-US" sz="2300" b="0" i="0" u="none" strike="noStrike" cap="none" dirty="0">
                <a:solidFill>
                  <a:schemeClr val="lt1"/>
                </a:solidFill>
                <a:latin typeface="Arial"/>
                <a:ea typeface="Arial"/>
                <a:cs typeface="Arial"/>
                <a:sym typeface="Arial"/>
              </a:rPr>
              <a:t>Using PNA to Pull AD Data into AI SIEM</a:t>
            </a:r>
            <a:endParaRPr dirty="0"/>
          </a:p>
        </p:txBody>
      </p:sp>
      <p:sp>
        <p:nvSpPr>
          <p:cNvPr id="1414" name="Google Shape;1414;p117">
            <a:extLst>
              <a:ext uri="{FF2B5EF4-FFF2-40B4-BE49-F238E27FC236}">
                <a16:creationId xmlns:a16="http://schemas.microsoft.com/office/drawing/2014/main" id="{92471DEA-6512-6128-3366-97F449BF71A9}"/>
              </a:ext>
            </a:extLst>
          </p:cNvPr>
          <p:cNvSpPr txBox="1">
            <a:spLocks noGrp="1"/>
          </p:cNvSpPr>
          <p:nvPr>
            <p:ph type="body" idx="2"/>
          </p:nvPr>
        </p:nvSpPr>
        <p:spPr>
          <a:xfrm>
            <a:off x="571504" y="9142950"/>
            <a:ext cx="7421400" cy="378300"/>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3"/>
              </a:buClr>
              <a:buSzPts val="2400"/>
              <a:buFont typeface="Arial"/>
              <a:buNone/>
            </a:pPr>
            <a:endParaRPr sz="1700" b="0" i="0" u="none" strike="noStrike" cap="none">
              <a:solidFill>
                <a:schemeClr val="accent3"/>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1554299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C331D-AD35-ACC5-A978-88ABB8990DB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45E3E9D-CA2B-3F68-9802-F73DAFDB7598}"/>
              </a:ext>
            </a:extLst>
          </p:cNvPr>
          <p:cNvSpPr>
            <a:spLocks noGrp="1"/>
          </p:cNvSpPr>
          <p:nvPr>
            <p:ph type="body" idx="1"/>
          </p:nvPr>
        </p:nvSpPr>
        <p:spPr>
          <a:xfrm>
            <a:off x="576072" y="2854006"/>
            <a:ext cx="2421128" cy="738664"/>
          </a:xfrm>
        </p:spPr>
        <p:txBody>
          <a:bodyPr/>
          <a:lstStyle/>
          <a:p>
            <a:pPr marL="228600" indent="0"/>
            <a:r>
              <a:rPr lang="en-US" sz="2400" dirty="0"/>
              <a:t>Traditional Actions</a:t>
            </a:r>
          </a:p>
        </p:txBody>
      </p:sp>
      <p:sp>
        <p:nvSpPr>
          <p:cNvPr id="5" name="Title 4">
            <a:extLst>
              <a:ext uri="{FF2B5EF4-FFF2-40B4-BE49-F238E27FC236}">
                <a16:creationId xmlns:a16="http://schemas.microsoft.com/office/drawing/2014/main" id="{00A7194A-A3A9-0E4E-97B4-93F230CCCC69}"/>
              </a:ext>
            </a:extLst>
          </p:cNvPr>
          <p:cNvSpPr>
            <a:spLocks noGrp="1"/>
          </p:cNvSpPr>
          <p:nvPr>
            <p:ph type="title"/>
          </p:nvPr>
        </p:nvSpPr>
        <p:spPr/>
        <p:txBody>
          <a:bodyPr/>
          <a:lstStyle/>
          <a:p>
            <a:r>
              <a:rPr lang="en-US" dirty="0"/>
              <a:t>Searching AI SIEM Using Hyperautomation</a:t>
            </a:r>
          </a:p>
        </p:txBody>
      </p:sp>
      <p:pic>
        <p:nvPicPr>
          <p:cNvPr id="7" name="Picture 6">
            <a:extLst>
              <a:ext uri="{FF2B5EF4-FFF2-40B4-BE49-F238E27FC236}">
                <a16:creationId xmlns:a16="http://schemas.microsoft.com/office/drawing/2014/main" id="{4BA85AE5-0735-21A1-C376-A0CA80F16ACB}"/>
              </a:ext>
            </a:extLst>
          </p:cNvPr>
          <p:cNvPicPr>
            <a:picLocks noChangeAspect="1"/>
          </p:cNvPicPr>
          <p:nvPr/>
        </p:nvPicPr>
        <p:blipFill>
          <a:blip r:embed="rId4"/>
          <a:stretch>
            <a:fillRect/>
          </a:stretch>
        </p:blipFill>
        <p:spPr>
          <a:xfrm>
            <a:off x="4267200" y="2324100"/>
            <a:ext cx="9753600" cy="5638800"/>
          </a:xfrm>
          <a:prstGeom prst="rect">
            <a:avLst/>
          </a:prstGeom>
        </p:spPr>
      </p:pic>
    </p:spTree>
    <p:custDataLst>
      <p:tags r:id="rId1"/>
    </p:custDataLst>
    <p:extLst>
      <p:ext uri="{BB962C8B-B14F-4D97-AF65-F5344CB8AC3E}">
        <p14:creationId xmlns:p14="http://schemas.microsoft.com/office/powerpoint/2010/main" val="221716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5863-DE9E-5EF3-FE90-F597D264AC25}"/>
              </a:ext>
            </a:extLst>
          </p:cNvPr>
          <p:cNvSpPr>
            <a:spLocks noGrp="1"/>
          </p:cNvSpPr>
          <p:nvPr>
            <p:ph type="title"/>
          </p:nvPr>
        </p:nvSpPr>
        <p:spPr>
          <a:xfrm>
            <a:off x="576076" y="790600"/>
            <a:ext cx="6307324" cy="1419200"/>
          </a:xfrm>
        </p:spPr>
        <p:txBody>
          <a:bodyPr/>
          <a:lstStyle/>
          <a:p>
            <a:r>
              <a:rPr lang="en-US" dirty="0"/>
              <a:t>Introduction to Long-Running Queries</a:t>
            </a:r>
          </a:p>
        </p:txBody>
      </p:sp>
      <p:sp>
        <p:nvSpPr>
          <p:cNvPr id="3" name="Text Placeholder 2">
            <a:extLst>
              <a:ext uri="{FF2B5EF4-FFF2-40B4-BE49-F238E27FC236}">
                <a16:creationId xmlns:a16="http://schemas.microsoft.com/office/drawing/2014/main" id="{9261588E-55F4-6786-44FA-C080A73DB48E}"/>
              </a:ext>
            </a:extLst>
          </p:cNvPr>
          <p:cNvSpPr>
            <a:spLocks noGrp="1"/>
          </p:cNvSpPr>
          <p:nvPr>
            <p:ph type="body" idx="1"/>
          </p:nvPr>
        </p:nvSpPr>
        <p:spPr>
          <a:xfrm>
            <a:off x="576072" y="2854007"/>
            <a:ext cx="5405628" cy="2585323"/>
          </a:xfrm>
        </p:spPr>
        <p:txBody>
          <a:bodyPr/>
          <a:lstStyle/>
          <a:p>
            <a:pPr marL="514350" indent="-285750">
              <a:buFont typeface="Arial" panose="020B0604020202020204" pitchFamily="34" charset="0"/>
              <a:buChar char="•"/>
            </a:pPr>
            <a:r>
              <a:rPr lang="en-US" sz="2800" dirty="0"/>
              <a:t>Asynchronous</a:t>
            </a:r>
          </a:p>
          <a:p>
            <a:pPr marL="228600" indent="0"/>
            <a:endParaRPr lang="en-US" sz="2800" dirty="0"/>
          </a:p>
          <a:p>
            <a:pPr marL="514350" indent="-285750">
              <a:buFont typeface="Arial" panose="020B0604020202020204" pitchFamily="34" charset="0"/>
              <a:buChar char="•"/>
            </a:pPr>
            <a:r>
              <a:rPr lang="en-US" sz="2800" dirty="0"/>
              <a:t>Single API Endpoint</a:t>
            </a:r>
          </a:p>
          <a:p>
            <a:pPr marL="228600" indent="0"/>
            <a:endParaRPr lang="en-US" sz="2800" dirty="0"/>
          </a:p>
          <a:p>
            <a:pPr marL="514350" indent="-285750">
              <a:buFont typeface="Arial" panose="020B0604020202020204" pitchFamily="34" charset="0"/>
              <a:buChar char="•"/>
            </a:pPr>
            <a:r>
              <a:rPr lang="en-US" sz="2800" dirty="0"/>
              <a:t>Streamlined Resource Management</a:t>
            </a:r>
          </a:p>
        </p:txBody>
      </p:sp>
      <p:pic>
        <p:nvPicPr>
          <p:cNvPr id="7" name="Picture 6">
            <a:extLst>
              <a:ext uri="{FF2B5EF4-FFF2-40B4-BE49-F238E27FC236}">
                <a16:creationId xmlns:a16="http://schemas.microsoft.com/office/drawing/2014/main" id="{113CC698-1FC8-4D83-4068-654FDF14A7D2}"/>
              </a:ext>
            </a:extLst>
          </p:cNvPr>
          <p:cNvPicPr>
            <a:picLocks noChangeAspect="1"/>
          </p:cNvPicPr>
          <p:nvPr/>
        </p:nvPicPr>
        <p:blipFill>
          <a:blip r:embed="rId4"/>
          <a:stretch>
            <a:fillRect/>
          </a:stretch>
        </p:blipFill>
        <p:spPr>
          <a:xfrm>
            <a:off x="6883400" y="409411"/>
            <a:ext cx="10659072" cy="9086989"/>
          </a:xfrm>
          <a:prstGeom prst="rect">
            <a:avLst/>
          </a:prstGeom>
        </p:spPr>
      </p:pic>
      <p:sp>
        <p:nvSpPr>
          <p:cNvPr id="8" name="TextBox 7">
            <a:extLst>
              <a:ext uri="{FF2B5EF4-FFF2-40B4-BE49-F238E27FC236}">
                <a16:creationId xmlns:a16="http://schemas.microsoft.com/office/drawing/2014/main" id="{58ECEB74-20AB-E51F-AE34-C47A2504EBBD}"/>
              </a:ext>
            </a:extLst>
          </p:cNvPr>
          <p:cNvSpPr txBox="1"/>
          <p:nvPr/>
        </p:nvSpPr>
        <p:spPr>
          <a:xfrm>
            <a:off x="576072" y="6718300"/>
            <a:ext cx="5405628" cy="923330"/>
          </a:xfrm>
          <a:prstGeom prst="rect">
            <a:avLst/>
          </a:prstGeom>
          <a:noFill/>
        </p:spPr>
        <p:txBody>
          <a:bodyPr wrap="square" rtlCol="0">
            <a:spAutoFit/>
          </a:bodyPr>
          <a:lstStyle/>
          <a:p>
            <a:r>
              <a:rPr lang="en-US" sz="1800" b="1" dirty="0"/>
              <a:t>* Recommended for all Singularity Data Lake query scenarios, although the older APIs remain in place for backward compatibility</a:t>
            </a:r>
          </a:p>
        </p:txBody>
      </p:sp>
    </p:spTree>
    <p:custDataLst>
      <p:tags r:id="rId1"/>
    </p:custDataLst>
    <p:extLst>
      <p:ext uri="{BB962C8B-B14F-4D97-AF65-F5344CB8AC3E}">
        <p14:creationId xmlns:p14="http://schemas.microsoft.com/office/powerpoint/2010/main" val="40863356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4327D-1699-3F26-FA52-B661E32087AB}"/>
              </a:ext>
            </a:extLst>
          </p:cNvPr>
          <p:cNvSpPr>
            <a:spLocks noGrp="1"/>
          </p:cNvSpPr>
          <p:nvPr>
            <p:ph type="title"/>
          </p:nvPr>
        </p:nvSpPr>
        <p:spPr/>
        <p:txBody>
          <a:bodyPr/>
          <a:lstStyle/>
          <a:p>
            <a:r>
              <a:rPr lang="en-US" dirty="0"/>
              <a:t>LRQ Requirements</a:t>
            </a:r>
          </a:p>
        </p:txBody>
      </p:sp>
      <p:sp>
        <p:nvSpPr>
          <p:cNvPr id="3" name="Text Placeholder 2">
            <a:extLst>
              <a:ext uri="{FF2B5EF4-FFF2-40B4-BE49-F238E27FC236}">
                <a16:creationId xmlns:a16="http://schemas.microsoft.com/office/drawing/2014/main" id="{DE99F22E-DEC0-DA4A-AAD0-CAC23EB943E7}"/>
              </a:ext>
            </a:extLst>
          </p:cNvPr>
          <p:cNvSpPr>
            <a:spLocks noGrp="1"/>
          </p:cNvSpPr>
          <p:nvPr>
            <p:ph type="body" idx="1"/>
          </p:nvPr>
        </p:nvSpPr>
        <p:spPr>
          <a:xfrm>
            <a:off x="576072" y="2854007"/>
            <a:ext cx="16560000" cy="3447098"/>
          </a:xfrm>
        </p:spPr>
        <p:txBody>
          <a:bodyPr/>
          <a:lstStyle/>
          <a:p>
            <a:pPr marL="228600" indent="0"/>
            <a:r>
              <a:rPr lang="en-US" sz="3200" dirty="0"/>
              <a:t>1. Configure an Integration</a:t>
            </a:r>
          </a:p>
          <a:p>
            <a:pPr marL="228600" indent="0"/>
            <a:endParaRPr lang="en-US" sz="3200" dirty="0"/>
          </a:p>
          <a:p>
            <a:pPr marL="228600" indent="0"/>
            <a:r>
              <a:rPr lang="en-US" sz="3200" dirty="0"/>
              <a:t>2. Configure the Query body</a:t>
            </a:r>
          </a:p>
          <a:p>
            <a:pPr marL="228600" indent="0"/>
            <a:endParaRPr lang="en-US" sz="3200" dirty="0"/>
          </a:p>
          <a:p>
            <a:pPr marL="228600" indent="0"/>
            <a:r>
              <a:rPr lang="en-US" sz="3200" dirty="0"/>
              <a:t>3. Handle and Transform the Results</a:t>
            </a:r>
          </a:p>
          <a:p>
            <a:pPr marL="228600" indent="0"/>
            <a:endParaRPr lang="en-US" sz="3200" dirty="0"/>
          </a:p>
          <a:p>
            <a:pPr marL="228600" indent="0"/>
            <a:r>
              <a:rPr lang="en-US" sz="3200" dirty="0"/>
              <a:t>4. Iterate and Act on Data</a:t>
            </a:r>
          </a:p>
        </p:txBody>
      </p:sp>
      <p:pic>
        <p:nvPicPr>
          <p:cNvPr id="5" name="Picture 4">
            <a:extLst>
              <a:ext uri="{FF2B5EF4-FFF2-40B4-BE49-F238E27FC236}">
                <a16:creationId xmlns:a16="http://schemas.microsoft.com/office/drawing/2014/main" id="{8012C2C5-0E23-9803-A2E0-B6DA8D45268E}"/>
              </a:ext>
            </a:extLst>
          </p:cNvPr>
          <p:cNvPicPr>
            <a:picLocks noChangeAspect="1"/>
          </p:cNvPicPr>
          <p:nvPr/>
        </p:nvPicPr>
        <p:blipFill>
          <a:blip r:embed="rId4"/>
          <a:stretch>
            <a:fillRect/>
          </a:stretch>
        </p:blipFill>
        <p:spPr>
          <a:xfrm>
            <a:off x="7699225" y="3089250"/>
            <a:ext cx="10132824" cy="4108500"/>
          </a:xfrm>
          <a:prstGeom prst="rect">
            <a:avLst/>
          </a:prstGeom>
        </p:spPr>
      </p:pic>
    </p:spTree>
    <p:custDataLst>
      <p:tags r:id="rId1"/>
    </p:custDataLst>
    <p:extLst>
      <p:ext uri="{BB962C8B-B14F-4D97-AF65-F5344CB8AC3E}">
        <p14:creationId xmlns:p14="http://schemas.microsoft.com/office/powerpoint/2010/main" val="7642017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11">
          <a:extLst>
            <a:ext uri="{FF2B5EF4-FFF2-40B4-BE49-F238E27FC236}">
              <a16:creationId xmlns:a16="http://schemas.microsoft.com/office/drawing/2014/main" id="{66DEFB49-C095-122A-FB52-8AFFA3A8796B}"/>
            </a:ext>
          </a:extLst>
        </p:cNvPr>
        <p:cNvGrpSpPr/>
        <p:nvPr/>
      </p:nvGrpSpPr>
      <p:grpSpPr>
        <a:xfrm>
          <a:off x="0" y="0"/>
          <a:ext cx="0" cy="0"/>
          <a:chOff x="0" y="0"/>
          <a:chExt cx="0" cy="0"/>
        </a:xfrm>
      </p:grpSpPr>
      <p:sp>
        <p:nvSpPr>
          <p:cNvPr id="1412" name="Google Shape;1412;p117">
            <a:extLst>
              <a:ext uri="{FF2B5EF4-FFF2-40B4-BE49-F238E27FC236}">
                <a16:creationId xmlns:a16="http://schemas.microsoft.com/office/drawing/2014/main" id="{C3953496-597B-BB89-BCDF-7B8C40298695}"/>
              </a:ext>
            </a:extLst>
          </p:cNvPr>
          <p:cNvSpPr txBox="1">
            <a:spLocks noGrp="1"/>
          </p:cNvSpPr>
          <p:nvPr>
            <p:ph type="title"/>
          </p:nvPr>
        </p:nvSpPr>
        <p:spPr>
          <a:xfrm>
            <a:off x="630800" y="2569075"/>
            <a:ext cx="7421400" cy="1620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4800"/>
              <a:buFont typeface="Arial"/>
              <a:buNone/>
            </a:pPr>
            <a:r>
              <a:rPr lang="en-US" sz="4800" b="0" i="0" u="none" strike="noStrike" cap="none">
                <a:solidFill>
                  <a:schemeClr val="lt1"/>
                </a:solidFill>
                <a:latin typeface="Arial"/>
                <a:ea typeface="Arial"/>
                <a:cs typeface="Arial"/>
                <a:sym typeface="Arial"/>
              </a:rPr>
              <a:t>Demo</a:t>
            </a:r>
            <a:endParaRPr/>
          </a:p>
        </p:txBody>
      </p:sp>
      <p:sp>
        <p:nvSpPr>
          <p:cNvPr id="1413" name="Google Shape;1413;p117">
            <a:extLst>
              <a:ext uri="{FF2B5EF4-FFF2-40B4-BE49-F238E27FC236}">
                <a16:creationId xmlns:a16="http://schemas.microsoft.com/office/drawing/2014/main" id="{A988FAD9-8506-142A-5404-554F4D0545E9}"/>
              </a:ext>
            </a:extLst>
          </p:cNvPr>
          <p:cNvSpPr txBox="1">
            <a:spLocks noGrp="1"/>
          </p:cNvSpPr>
          <p:nvPr>
            <p:ph type="body" idx="1"/>
          </p:nvPr>
        </p:nvSpPr>
        <p:spPr>
          <a:xfrm>
            <a:off x="630798" y="5753072"/>
            <a:ext cx="7421400" cy="199110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lt1"/>
              </a:buClr>
              <a:buSzPts val="2300"/>
              <a:buFont typeface="Arial"/>
              <a:buNone/>
            </a:pPr>
            <a:r>
              <a:rPr lang="en-US" sz="2300" b="0" i="0" u="none" strike="noStrike" cap="none" dirty="0">
                <a:solidFill>
                  <a:schemeClr val="lt1"/>
                </a:solidFill>
                <a:latin typeface="Arial"/>
                <a:ea typeface="Arial"/>
                <a:cs typeface="Arial"/>
                <a:sym typeface="Arial"/>
              </a:rPr>
              <a:t>Long Running Queries in Hyperautomation</a:t>
            </a:r>
            <a:endParaRPr dirty="0"/>
          </a:p>
        </p:txBody>
      </p:sp>
      <p:sp>
        <p:nvSpPr>
          <p:cNvPr id="1414" name="Google Shape;1414;p117">
            <a:extLst>
              <a:ext uri="{FF2B5EF4-FFF2-40B4-BE49-F238E27FC236}">
                <a16:creationId xmlns:a16="http://schemas.microsoft.com/office/drawing/2014/main" id="{144E2558-381C-12FC-5358-9A1A9EDFF453}"/>
              </a:ext>
            </a:extLst>
          </p:cNvPr>
          <p:cNvSpPr txBox="1">
            <a:spLocks noGrp="1"/>
          </p:cNvSpPr>
          <p:nvPr>
            <p:ph type="body" idx="2"/>
          </p:nvPr>
        </p:nvSpPr>
        <p:spPr>
          <a:xfrm>
            <a:off x="571504" y="9142950"/>
            <a:ext cx="7421400" cy="378300"/>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3"/>
              </a:buClr>
              <a:buSzPts val="2400"/>
              <a:buFont typeface="Arial"/>
              <a:buNone/>
            </a:pPr>
            <a:endParaRPr sz="1700" b="0" i="0" u="none" strike="noStrike" cap="none">
              <a:solidFill>
                <a:schemeClr val="accent3"/>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7545398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1446"/>
        <p:cNvGrpSpPr/>
        <p:nvPr/>
      </p:nvGrpSpPr>
      <p:grpSpPr>
        <a:xfrm>
          <a:off x="0" y="0"/>
          <a:ext cx="0" cy="0"/>
          <a:chOff x="0" y="0"/>
          <a:chExt cx="0" cy="0"/>
        </a:xfrm>
      </p:grpSpPr>
      <p:sp>
        <p:nvSpPr>
          <p:cNvPr id="1447" name="Google Shape;1447;p122"/>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6"/>
              </a:buClr>
              <a:buSzPts val="2200"/>
              <a:buFont typeface="Arial"/>
              <a:buNone/>
            </a:pPr>
            <a:r>
              <a:rPr lang="en-US" sz="2600" b="1" i="0" u="none" strike="noStrike" cap="none" dirty="0">
                <a:solidFill>
                  <a:schemeClr val="accent6"/>
                </a:solidFill>
                <a:latin typeface="Arial"/>
                <a:ea typeface="Arial"/>
                <a:cs typeface="Arial"/>
                <a:sym typeface="Arial"/>
              </a:rPr>
              <a:t>Updating Custom Threat Intelligence</a:t>
            </a:r>
            <a:endParaRPr b="1" dirty="0"/>
          </a:p>
        </p:txBody>
      </p:sp>
      <p:sp>
        <p:nvSpPr>
          <p:cNvPr id="1448" name="Google Shape;1448;p122"/>
          <p:cNvSpPr txBox="1">
            <a:spLocks noGrp="1"/>
          </p:cNvSpPr>
          <p:nvPr>
            <p:ph type="body" idx="2"/>
          </p:nvPr>
        </p:nvSpPr>
        <p:spPr>
          <a:xfrm>
            <a:off x="7744968" y="2651760"/>
            <a:ext cx="9729216" cy="292608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accent6"/>
              </a:buClr>
              <a:buSzPts val="2240"/>
              <a:buFont typeface="Arial"/>
              <a:buNone/>
            </a:pPr>
            <a:r>
              <a:rPr lang="en-US" sz="2400"/>
              <a:t>This TOR Exit Nodes Inbound workflow imports public threat intel into the SentinelOne platform on a regular cadence.</a:t>
            </a:r>
            <a:endParaRPr/>
          </a:p>
        </p:txBody>
      </p:sp>
      <p:pic>
        <p:nvPicPr>
          <p:cNvPr id="1449" name="Google Shape;1449;p122" descr="s41_26.png"/>
          <p:cNvPicPr preferRelativeResize="0"/>
          <p:nvPr/>
        </p:nvPicPr>
        <p:blipFill rotWithShape="1">
          <a:blip r:embed="rId4">
            <a:alphaModFix/>
          </a:blip>
          <a:srcRect/>
          <a:stretch/>
        </p:blipFill>
        <p:spPr>
          <a:xfrm>
            <a:off x="457200" y="2255974"/>
            <a:ext cx="7040880" cy="7100930"/>
          </a:xfrm>
          <a:prstGeom prst="rect">
            <a:avLst/>
          </a:prstGeom>
          <a:noFill/>
          <a:ln>
            <a:noFill/>
          </a:ln>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Shape 1453"/>
        <p:cNvGrpSpPr/>
        <p:nvPr/>
      </p:nvGrpSpPr>
      <p:grpSpPr>
        <a:xfrm>
          <a:off x="0" y="0"/>
          <a:ext cx="0" cy="0"/>
          <a:chOff x="0" y="0"/>
          <a:chExt cx="0" cy="0"/>
        </a:xfrm>
      </p:grpSpPr>
      <p:sp>
        <p:nvSpPr>
          <p:cNvPr id="1454" name="Google Shape;1454;p123"/>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6"/>
              </a:buClr>
              <a:buSzPts val="2200"/>
              <a:buFont typeface="Arial"/>
              <a:buNone/>
            </a:pPr>
            <a:r>
              <a:rPr lang="en-US" sz="2600" b="1" i="0" u="none" strike="noStrike" cap="none" dirty="0">
                <a:solidFill>
                  <a:schemeClr val="accent6"/>
                </a:solidFill>
                <a:latin typeface="Arial"/>
                <a:ea typeface="Arial"/>
                <a:cs typeface="Arial"/>
                <a:sym typeface="Arial"/>
              </a:rPr>
              <a:t>Threat Hunting</a:t>
            </a:r>
            <a:endParaRPr b="1" dirty="0"/>
          </a:p>
        </p:txBody>
      </p:sp>
      <p:sp>
        <p:nvSpPr>
          <p:cNvPr id="1455" name="Google Shape;1455;p123"/>
          <p:cNvSpPr txBox="1">
            <a:spLocks noGrp="1"/>
          </p:cNvSpPr>
          <p:nvPr>
            <p:ph type="body" idx="2"/>
          </p:nvPr>
        </p:nvSpPr>
        <p:spPr>
          <a:xfrm>
            <a:off x="7744968" y="2651760"/>
            <a:ext cx="9729216" cy="2926080"/>
          </a:xfrm>
          <a:prstGeom prst="rect">
            <a:avLst/>
          </a:prstGeom>
          <a:noFill/>
          <a:ln>
            <a:noFill/>
          </a:ln>
        </p:spPr>
        <p:txBody>
          <a:bodyPr spcFirstLastPara="1" wrap="square" lIns="0" tIns="45700" rIns="0" bIns="45700" anchor="t" anchorCtr="0">
            <a:noAutofit/>
          </a:bodyPr>
          <a:lstStyle/>
          <a:p>
            <a:pPr marL="228600" marR="0" lvl="0" indent="0" algn="l" rtl="0">
              <a:lnSpc>
                <a:spcPct val="100000"/>
              </a:lnSpc>
              <a:spcBef>
                <a:spcPts val="0"/>
              </a:spcBef>
              <a:spcAft>
                <a:spcPts val="0"/>
              </a:spcAft>
              <a:buClr>
                <a:schemeClr val="accent6"/>
              </a:buClr>
              <a:buSzPts val="2240"/>
              <a:buFont typeface="Arial"/>
              <a:buNone/>
            </a:pPr>
            <a:r>
              <a:rPr lang="en-US" sz="2400" dirty="0"/>
              <a:t>This Automated Threat Hunting with AlienVault workflow searches the Singularity Data Lake for </a:t>
            </a:r>
            <a:r>
              <a:rPr lang="en-US" sz="2400" dirty="0" err="1"/>
              <a:t>IoCs</a:t>
            </a:r>
            <a:r>
              <a:rPr lang="en-US" sz="2400" dirty="0"/>
              <a:t> pulled dynamically from AlienVault Pulse subscriptions.</a:t>
            </a:r>
            <a:endParaRPr dirty="0"/>
          </a:p>
        </p:txBody>
      </p:sp>
      <p:pic>
        <p:nvPicPr>
          <p:cNvPr id="1456" name="Google Shape;1456;p123" descr="s42_6.png"/>
          <p:cNvPicPr preferRelativeResize="0"/>
          <p:nvPr/>
        </p:nvPicPr>
        <p:blipFill rotWithShape="1">
          <a:blip r:embed="rId4">
            <a:alphaModFix/>
          </a:blip>
          <a:srcRect/>
          <a:stretch/>
        </p:blipFill>
        <p:spPr>
          <a:xfrm>
            <a:off x="457200" y="2394094"/>
            <a:ext cx="7040880" cy="6824691"/>
          </a:xfrm>
          <a:prstGeom prst="rect">
            <a:avLst/>
          </a:prstGeom>
          <a:noFill/>
          <a:ln>
            <a:noFill/>
          </a:ln>
        </p:spPr>
      </p:pic>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1460"/>
        <p:cNvGrpSpPr/>
        <p:nvPr/>
      </p:nvGrpSpPr>
      <p:grpSpPr>
        <a:xfrm>
          <a:off x="0" y="0"/>
          <a:ext cx="0" cy="0"/>
          <a:chOff x="0" y="0"/>
          <a:chExt cx="0" cy="0"/>
        </a:xfrm>
      </p:grpSpPr>
      <p:sp>
        <p:nvSpPr>
          <p:cNvPr id="1461" name="Google Shape;1461;p124"/>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6"/>
              </a:buClr>
              <a:buSzPts val="2200"/>
              <a:buFont typeface="Arial"/>
              <a:buNone/>
            </a:pPr>
            <a:r>
              <a:rPr lang="en-US" sz="2600" b="1" i="0" u="none" strike="noStrike" cap="none" dirty="0">
                <a:solidFill>
                  <a:schemeClr val="accent6"/>
                </a:solidFill>
                <a:latin typeface="Arial"/>
                <a:ea typeface="Arial"/>
                <a:cs typeface="Arial"/>
                <a:sym typeface="Arial"/>
              </a:rPr>
              <a:t>Create Ops Center Alerts for Phishing Attempts</a:t>
            </a:r>
            <a:endParaRPr b="1" dirty="0"/>
          </a:p>
        </p:txBody>
      </p:sp>
      <p:sp>
        <p:nvSpPr>
          <p:cNvPr id="1462" name="Google Shape;1462;p124"/>
          <p:cNvSpPr txBox="1">
            <a:spLocks noGrp="1"/>
          </p:cNvSpPr>
          <p:nvPr>
            <p:ph type="body" idx="2"/>
          </p:nvPr>
        </p:nvSpPr>
        <p:spPr>
          <a:xfrm>
            <a:off x="7744968" y="2651760"/>
            <a:ext cx="9729216" cy="292608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accent6"/>
              </a:buClr>
              <a:buSzPts val="2240"/>
              <a:buFont typeface="Arial"/>
              <a:buNone/>
            </a:pPr>
            <a:r>
              <a:rPr lang="en-US" sz="2400"/>
              <a:t>This Phishing Alert workflow monitors a phishing inbox and generates a SentinelOne alert populated with the relevant details.</a:t>
            </a:r>
            <a:endParaRPr/>
          </a:p>
        </p:txBody>
      </p:sp>
      <p:pic>
        <p:nvPicPr>
          <p:cNvPr id="1463" name="Google Shape;1463;p124" descr="s43_4.png"/>
          <p:cNvPicPr preferRelativeResize="0"/>
          <p:nvPr/>
        </p:nvPicPr>
        <p:blipFill rotWithShape="1">
          <a:blip r:embed="rId4">
            <a:alphaModFix/>
          </a:blip>
          <a:srcRect/>
          <a:stretch/>
        </p:blipFill>
        <p:spPr>
          <a:xfrm>
            <a:off x="1127299" y="2011680"/>
            <a:ext cx="5700681" cy="7589520"/>
          </a:xfrm>
          <a:prstGeom prst="rect">
            <a:avLst/>
          </a:prstGeom>
          <a:noFill/>
          <a:ln>
            <a:noFill/>
          </a:ln>
        </p:spPr>
      </p:pic>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1467"/>
        <p:cNvGrpSpPr/>
        <p:nvPr/>
      </p:nvGrpSpPr>
      <p:grpSpPr>
        <a:xfrm>
          <a:off x="0" y="0"/>
          <a:ext cx="0" cy="0"/>
          <a:chOff x="0" y="0"/>
          <a:chExt cx="0" cy="0"/>
        </a:xfrm>
      </p:grpSpPr>
      <p:sp>
        <p:nvSpPr>
          <p:cNvPr id="1468" name="Google Shape;1468;p125"/>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6"/>
              </a:buClr>
              <a:buSzPts val="2200"/>
              <a:buFont typeface="Arial"/>
              <a:buNone/>
            </a:pPr>
            <a:r>
              <a:rPr lang="en-US" sz="2600" b="1" i="0" u="none" strike="noStrike" cap="none" dirty="0">
                <a:solidFill>
                  <a:schemeClr val="accent6"/>
                </a:solidFill>
                <a:latin typeface="Arial"/>
                <a:ea typeface="Arial"/>
                <a:cs typeface="Arial"/>
                <a:sym typeface="Arial"/>
              </a:rPr>
              <a:t>Automatically Quarantine a Compromised Endpoint</a:t>
            </a:r>
            <a:endParaRPr b="1" dirty="0"/>
          </a:p>
        </p:txBody>
      </p:sp>
      <p:sp>
        <p:nvSpPr>
          <p:cNvPr id="1469" name="Google Shape;1469;p125"/>
          <p:cNvSpPr txBox="1">
            <a:spLocks noGrp="1"/>
          </p:cNvSpPr>
          <p:nvPr>
            <p:ph type="body" idx="2"/>
          </p:nvPr>
        </p:nvSpPr>
        <p:spPr>
          <a:xfrm>
            <a:off x="7744968" y="2651760"/>
            <a:ext cx="9729216" cy="2926080"/>
          </a:xfrm>
          <a:prstGeom prst="rect">
            <a:avLst/>
          </a:prstGeom>
          <a:noFill/>
          <a:ln>
            <a:noFill/>
          </a:ln>
        </p:spPr>
        <p:txBody>
          <a:bodyPr spcFirstLastPara="1" wrap="square" lIns="0" tIns="45700" rIns="0" bIns="45700" anchor="t" anchorCtr="0">
            <a:noAutofit/>
          </a:bodyPr>
          <a:lstStyle/>
          <a:p>
            <a:pPr marL="228600" marR="0" lvl="0" indent="0" algn="l" rtl="0">
              <a:lnSpc>
                <a:spcPct val="100000"/>
              </a:lnSpc>
              <a:spcBef>
                <a:spcPts val="0"/>
              </a:spcBef>
              <a:spcAft>
                <a:spcPts val="0"/>
              </a:spcAft>
              <a:buClr>
                <a:schemeClr val="accent6"/>
              </a:buClr>
              <a:buSzPts val="2240"/>
              <a:buFont typeface="Arial"/>
              <a:buNone/>
            </a:pPr>
            <a:r>
              <a:rPr lang="en-US" sz="2400" dirty="0"/>
              <a:t>This Quarantine Sandbox Endpoint Automatically workflow isolates an endpoint from the network if it shows signs of Windows Sandbox abuse.</a:t>
            </a:r>
            <a:endParaRPr dirty="0"/>
          </a:p>
        </p:txBody>
      </p:sp>
      <p:pic>
        <p:nvPicPr>
          <p:cNvPr id="1470" name="Google Shape;1470;p125" descr="s44_2.png"/>
          <p:cNvPicPr preferRelativeResize="0"/>
          <p:nvPr/>
        </p:nvPicPr>
        <p:blipFill rotWithShape="1">
          <a:blip r:embed="rId4">
            <a:alphaModFix/>
          </a:blip>
          <a:srcRect/>
          <a:stretch/>
        </p:blipFill>
        <p:spPr>
          <a:xfrm>
            <a:off x="457200" y="2615279"/>
            <a:ext cx="7040880" cy="6382321"/>
          </a:xfrm>
          <a:prstGeom prst="rect">
            <a:avLst/>
          </a:prstGeom>
          <a:noFill/>
          <a:ln>
            <a:noFill/>
          </a:ln>
        </p:spPr>
      </p:pic>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1474"/>
        <p:cNvGrpSpPr/>
        <p:nvPr/>
      </p:nvGrpSpPr>
      <p:grpSpPr>
        <a:xfrm>
          <a:off x="0" y="0"/>
          <a:ext cx="0" cy="0"/>
          <a:chOff x="0" y="0"/>
          <a:chExt cx="0" cy="0"/>
        </a:xfrm>
      </p:grpSpPr>
      <p:sp>
        <p:nvSpPr>
          <p:cNvPr id="1475" name="Google Shape;1475;p126"/>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6"/>
              </a:buClr>
              <a:buSzPts val="2200"/>
              <a:buFont typeface="Arial"/>
              <a:buNone/>
            </a:pPr>
            <a:r>
              <a:rPr lang="en-US" sz="2600" b="0" i="0" u="none" strike="noStrike" cap="none">
                <a:solidFill>
                  <a:schemeClr val="accent6"/>
                </a:solidFill>
                <a:latin typeface="Arial"/>
                <a:ea typeface="Arial"/>
                <a:cs typeface="Arial"/>
                <a:sym typeface="Arial"/>
              </a:rPr>
              <a:t>Windows Sandbox Abuse</a:t>
            </a:r>
            <a:endParaRPr/>
          </a:p>
        </p:txBody>
      </p:sp>
      <p:sp>
        <p:nvSpPr>
          <p:cNvPr id="1476" name="Google Shape;1476;p126"/>
          <p:cNvSpPr txBox="1">
            <a:spLocks noGrp="1"/>
          </p:cNvSpPr>
          <p:nvPr>
            <p:ph type="body" idx="3"/>
          </p:nvPr>
        </p:nvSpPr>
        <p:spPr>
          <a:xfrm>
            <a:off x="7744968" y="9052560"/>
            <a:ext cx="9729216" cy="54864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accent1"/>
              </a:buClr>
              <a:buSzPts val="2240"/>
              <a:buFont typeface="Arial"/>
              <a:buNone/>
            </a:pPr>
            <a:r>
              <a:rPr lang="en-US" sz="1200"/>
              <a:t>Source: https://blog-en.itochuci.co.jp/entry/2025/03/12/140000</a:t>
            </a:r>
            <a:endParaRPr/>
          </a:p>
        </p:txBody>
      </p:sp>
      <p:pic>
        <p:nvPicPr>
          <p:cNvPr id="1477" name="Google Shape;1477;p126" descr="s45_9.png"/>
          <p:cNvPicPr preferRelativeResize="0"/>
          <p:nvPr/>
        </p:nvPicPr>
        <p:blipFill rotWithShape="1">
          <a:blip r:embed="rId4">
            <a:alphaModFix/>
          </a:blip>
          <a:srcRect/>
          <a:stretch/>
        </p:blipFill>
        <p:spPr>
          <a:xfrm>
            <a:off x="2613991" y="1371600"/>
            <a:ext cx="13060017" cy="3291840"/>
          </a:xfrm>
          <a:prstGeom prst="rect">
            <a:avLst/>
          </a:prstGeom>
          <a:noFill/>
          <a:ln>
            <a:noFill/>
          </a:ln>
        </p:spPr>
      </p:pic>
      <p:pic>
        <p:nvPicPr>
          <p:cNvPr id="1478" name="Google Shape;1478;p126" descr="s45_8.png"/>
          <p:cNvPicPr preferRelativeResize="0"/>
          <p:nvPr/>
        </p:nvPicPr>
        <p:blipFill rotWithShape="1">
          <a:blip r:embed="rId5">
            <a:alphaModFix/>
          </a:blip>
          <a:srcRect/>
          <a:stretch/>
        </p:blipFill>
        <p:spPr>
          <a:xfrm>
            <a:off x="4132186" y="4846320"/>
            <a:ext cx="10023627" cy="3931920"/>
          </a:xfrm>
          <a:prstGeom prst="rect">
            <a:avLst/>
          </a:prstGeom>
          <a:noFill/>
          <a:ln>
            <a:noFill/>
          </a:ln>
        </p:spPr>
      </p:pic>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1482"/>
        <p:cNvGrpSpPr/>
        <p:nvPr/>
      </p:nvGrpSpPr>
      <p:grpSpPr>
        <a:xfrm>
          <a:off x="0" y="0"/>
          <a:ext cx="0" cy="0"/>
          <a:chOff x="0" y="0"/>
          <a:chExt cx="0" cy="0"/>
        </a:xfrm>
      </p:grpSpPr>
      <p:sp>
        <p:nvSpPr>
          <p:cNvPr id="1483" name="Google Shape;1483;p127"/>
          <p:cNvSpPr txBox="1">
            <a:spLocks noGrp="1"/>
          </p:cNvSpPr>
          <p:nvPr>
            <p:ph type="body" idx="1"/>
          </p:nvPr>
        </p:nvSpPr>
        <p:spPr>
          <a:xfrm>
            <a:off x="576072" y="533401"/>
            <a:ext cx="8529828" cy="40005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6"/>
              </a:buClr>
              <a:buSzPts val="2200"/>
              <a:buFont typeface="Arial"/>
              <a:buNone/>
            </a:pPr>
            <a:r>
              <a:rPr lang="en-US" sz="2600" b="0" i="0" u="none" strike="noStrike" cap="none">
                <a:solidFill>
                  <a:schemeClr val="accent6"/>
                </a:solidFill>
                <a:latin typeface="Arial"/>
                <a:ea typeface="Arial"/>
                <a:cs typeface="Arial"/>
                <a:sym typeface="Arial"/>
              </a:rPr>
              <a:t>Prompt Analyst to Quarantine a Compromised Endpoint</a:t>
            </a:r>
            <a:endParaRPr/>
          </a:p>
        </p:txBody>
      </p:sp>
      <p:sp>
        <p:nvSpPr>
          <p:cNvPr id="1484" name="Google Shape;1484;p127"/>
          <p:cNvSpPr txBox="1">
            <a:spLocks noGrp="1"/>
          </p:cNvSpPr>
          <p:nvPr>
            <p:ph type="body" idx="2"/>
          </p:nvPr>
        </p:nvSpPr>
        <p:spPr>
          <a:xfrm>
            <a:off x="7744968" y="2651760"/>
            <a:ext cx="9729216" cy="2926080"/>
          </a:xfrm>
          <a:prstGeom prst="rect">
            <a:avLst/>
          </a:prstGeom>
          <a:noFill/>
          <a:ln>
            <a:noFill/>
          </a:ln>
        </p:spPr>
        <p:txBody>
          <a:bodyPr spcFirstLastPara="1" wrap="square" lIns="0" tIns="45700" rIns="0" bIns="45700" anchor="t" anchorCtr="0">
            <a:noAutofit/>
          </a:bodyPr>
          <a:lstStyle/>
          <a:p>
            <a:pPr marL="457200" marR="0" lvl="0" indent="-228600" algn="l" rtl="0">
              <a:lnSpc>
                <a:spcPct val="100000"/>
              </a:lnSpc>
              <a:spcBef>
                <a:spcPts val="0"/>
              </a:spcBef>
              <a:spcAft>
                <a:spcPts val="0"/>
              </a:spcAft>
              <a:buClr>
                <a:schemeClr val="accent6"/>
              </a:buClr>
              <a:buSzPts val="2240"/>
              <a:buFont typeface="Arial"/>
              <a:buNone/>
            </a:pPr>
            <a:r>
              <a:rPr lang="en-US" sz="2400"/>
              <a:t>This Quarantine Sandbox Endpoint workflow builds on the previous use case by prompting the analyst in Slack to approve or disapprove the quarantine operation.</a:t>
            </a:r>
            <a:endParaRPr/>
          </a:p>
        </p:txBody>
      </p:sp>
      <p:pic>
        <p:nvPicPr>
          <p:cNvPr id="1485" name="Google Shape;1485;p127" descr="s46_5.png"/>
          <p:cNvPicPr preferRelativeResize="0"/>
          <p:nvPr/>
        </p:nvPicPr>
        <p:blipFill rotWithShape="1">
          <a:blip r:embed="rId4">
            <a:alphaModFix/>
          </a:blip>
          <a:srcRect/>
          <a:stretch/>
        </p:blipFill>
        <p:spPr>
          <a:xfrm>
            <a:off x="457200" y="2023544"/>
            <a:ext cx="7040880" cy="7565791"/>
          </a:xfrm>
          <a:prstGeom prst="rect">
            <a:avLst/>
          </a:prstGeom>
          <a:noFill/>
          <a:ln>
            <a:noFill/>
          </a:ln>
        </p:spPr>
      </p:pic>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79">
          <a:extLst>
            <a:ext uri="{FF2B5EF4-FFF2-40B4-BE49-F238E27FC236}">
              <a16:creationId xmlns:a16="http://schemas.microsoft.com/office/drawing/2014/main" id="{DAC6A813-560B-126E-5D71-600EA59BB8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842D45-4DB0-5D4E-F841-AE2C4C7D497C}"/>
              </a:ext>
            </a:extLst>
          </p:cNvPr>
          <p:cNvPicPr>
            <a:picLocks noChangeAspect="1"/>
          </p:cNvPicPr>
          <p:nvPr/>
        </p:nvPicPr>
        <p:blipFill>
          <a:blip r:embed="rId4"/>
          <a:stretch>
            <a:fillRect/>
          </a:stretch>
        </p:blipFill>
        <p:spPr>
          <a:xfrm>
            <a:off x="3892362" y="612630"/>
            <a:ext cx="11119038" cy="8576162"/>
          </a:xfrm>
          <a:prstGeom prst="rect">
            <a:avLst/>
          </a:prstGeom>
        </p:spPr>
      </p:pic>
      <p:sp>
        <p:nvSpPr>
          <p:cNvPr id="4" name="Google Shape;1180;p87">
            <a:extLst>
              <a:ext uri="{FF2B5EF4-FFF2-40B4-BE49-F238E27FC236}">
                <a16:creationId xmlns:a16="http://schemas.microsoft.com/office/drawing/2014/main" id="{7B3D5541-183D-6942-B866-4794766F74BA}"/>
              </a:ext>
            </a:extLst>
          </p:cNvPr>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r>
              <a:rPr lang="en-US" sz="3600" b="1" i="0" u="none" strike="noStrike" cap="none" dirty="0">
                <a:solidFill>
                  <a:schemeClr val="accent6"/>
                </a:solidFill>
                <a:latin typeface="Arial"/>
                <a:ea typeface="Arial"/>
                <a:cs typeface="Arial"/>
                <a:sym typeface="Arial"/>
              </a:rPr>
              <a:t>Email for Lab</a:t>
            </a:r>
            <a:endParaRPr sz="3600" b="1" i="0" u="none" strike="noStrike" cap="none" dirty="0">
              <a:solidFill>
                <a:schemeClr val="accent6"/>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20214827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79"/>
        <p:cNvGrpSpPr/>
        <p:nvPr/>
      </p:nvGrpSpPr>
      <p:grpSpPr>
        <a:xfrm>
          <a:off x="0" y="0"/>
          <a:ext cx="0" cy="0"/>
          <a:chOff x="0" y="0"/>
          <a:chExt cx="0" cy="0"/>
        </a:xfrm>
      </p:grpSpPr>
      <p:sp>
        <p:nvSpPr>
          <p:cNvPr id="1180" name="Google Shape;1180;p87"/>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endParaRPr sz="3600" b="1" i="0" u="none" strike="noStrike" cap="none" dirty="0">
              <a:solidFill>
                <a:schemeClr val="accent6"/>
              </a:solidFill>
              <a:latin typeface="Arial"/>
              <a:ea typeface="Arial"/>
              <a:cs typeface="Arial"/>
              <a:sym typeface="Arial"/>
            </a:endParaRPr>
          </a:p>
        </p:txBody>
      </p:sp>
      <p:sp>
        <p:nvSpPr>
          <p:cNvPr id="1181" name="Google Shape;1181;p87"/>
          <p:cNvSpPr txBox="1">
            <a:spLocks noGrp="1"/>
          </p:cNvSpPr>
          <p:nvPr>
            <p:ph type="body" idx="1"/>
          </p:nvPr>
        </p:nvSpPr>
        <p:spPr>
          <a:xfrm>
            <a:off x="576072" y="2854007"/>
            <a:ext cx="16560000" cy="276998"/>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6"/>
              </a:buClr>
              <a:buSzPts val="2200"/>
              <a:buFont typeface="Arial"/>
              <a:buNone/>
            </a:pPr>
            <a:endParaRPr sz="1800" b="0" i="0" u="none" strike="noStrike" cap="none">
              <a:solidFill>
                <a:schemeClr val="accent6"/>
              </a:solidFill>
              <a:latin typeface="Arial"/>
              <a:ea typeface="Arial"/>
              <a:cs typeface="Arial"/>
              <a:sym typeface="Arial"/>
            </a:endParaRPr>
          </a:p>
        </p:txBody>
      </p:sp>
      <p:pic>
        <p:nvPicPr>
          <p:cNvPr id="1182" name="Google Shape;1182;p87" descr="s6_8.png"/>
          <p:cNvPicPr preferRelativeResize="0"/>
          <p:nvPr/>
        </p:nvPicPr>
        <p:blipFill rotWithShape="1">
          <a:blip r:embed="rId4">
            <a:alphaModFix/>
          </a:blip>
          <a:srcRect/>
          <a:stretch/>
        </p:blipFill>
        <p:spPr>
          <a:xfrm>
            <a:off x="1938093" y="501857"/>
            <a:ext cx="14411813" cy="8778240"/>
          </a:xfrm>
          <a:prstGeom prst="rect">
            <a:avLst/>
          </a:prstGeom>
          <a:noFill/>
          <a:ln>
            <a:noFill/>
          </a:ln>
        </p:spPr>
      </p:pic>
    </p:spTree>
    <p:custDataLst>
      <p:tags r:id="rId1"/>
    </p:custDataLst>
    <p:extLst>
      <p:ext uri="{BB962C8B-B14F-4D97-AF65-F5344CB8AC3E}">
        <p14:creationId xmlns:p14="http://schemas.microsoft.com/office/powerpoint/2010/main" val="668476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88"/>
          <p:cNvSpPr txBox="1">
            <a:spLocks noGrp="1"/>
          </p:cNvSpPr>
          <p:nvPr>
            <p:ph type="title"/>
          </p:nvPr>
        </p:nvSpPr>
        <p:spPr>
          <a:xfrm>
            <a:off x="576076" y="790600"/>
            <a:ext cx="16560000" cy="8952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6"/>
              </a:buClr>
              <a:buSzPts val="8000"/>
              <a:buFont typeface="Arial"/>
              <a:buNone/>
            </a:pPr>
            <a:endParaRPr sz="3600" b="1" i="0" u="none" strike="noStrike" cap="none">
              <a:solidFill>
                <a:schemeClr val="accent6"/>
              </a:solidFill>
              <a:latin typeface="Arial"/>
              <a:ea typeface="Arial"/>
              <a:cs typeface="Arial"/>
              <a:sym typeface="Arial"/>
            </a:endParaRPr>
          </a:p>
        </p:txBody>
      </p:sp>
      <p:sp>
        <p:nvSpPr>
          <p:cNvPr id="1188" name="Google Shape;1188;p88"/>
          <p:cNvSpPr txBox="1">
            <a:spLocks noGrp="1"/>
          </p:cNvSpPr>
          <p:nvPr>
            <p:ph type="body" idx="1"/>
          </p:nvPr>
        </p:nvSpPr>
        <p:spPr>
          <a:xfrm>
            <a:off x="576072" y="2854007"/>
            <a:ext cx="16560000" cy="276998"/>
          </a:xfrm>
          <a:prstGeom prst="rect">
            <a:avLst/>
          </a:prstGeom>
          <a:noFill/>
          <a:ln>
            <a:noFill/>
          </a:ln>
        </p:spPr>
        <p:txBody>
          <a:bodyPr spcFirstLastPara="1" wrap="square" lIns="0" tIns="0" rIns="0" bIns="0" anchor="t" anchorCtr="0">
            <a:spAutoFit/>
          </a:bodyPr>
          <a:lstStyle/>
          <a:p>
            <a:pPr marL="457200" marR="0" lvl="0" indent="-228600" algn="l" rtl="0">
              <a:lnSpc>
                <a:spcPct val="100000"/>
              </a:lnSpc>
              <a:spcBef>
                <a:spcPts val="0"/>
              </a:spcBef>
              <a:spcAft>
                <a:spcPts val="0"/>
              </a:spcAft>
              <a:buClr>
                <a:schemeClr val="accent6"/>
              </a:buClr>
              <a:buSzPts val="2200"/>
              <a:buFont typeface="Arial"/>
              <a:buNone/>
            </a:pPr>
            <a:endParaRPr sz="1800" b="0" i="0" u="none" strike="noStrike" cap="none">
              <a:solidFill>
                <a:schemeClr val="accent6"/>
              </a:solidFill>
              <a:latin typeface="Arial"/>
              <a:ea typeface="Arial"/>
              <a:cs typeface="Arial"/>
              <a:sym typeface="Arial"/>
            </a:endParaRPr>
          </a:p>
        </p:txBody>
      </p:sp>
      <p:pic>
        <p:nvPicPr>
          <p:cNvPr id="1189" name="Google Shape;1189;p88" descr="s7_8.png"/>
          <p:cNvPicPr preferRelativeResize="0"/>
          <p:nvPr/>
        </p:nvPicPr>
        <p:blipFill rotWithShape="1">
          <a:blip r:embed="rId4">
            <a:alphaModFix/>
          </a:blip>
          <a:srcRect/>
          <a:stretch/>
        </p:blipFill>
        <p:spPr>
          <a:xfrm>
            <a:off x="822960" y="548640"/>
            <a:ext cx="7040880" cy="9208008"/>
          </a:xfrm>
          <a:prstGeom prst="rect">
            <a:avLst/>
          </a:prstGeom>
          <a:noFill/>
          <a:ln>
            <a:noFill/>
          </a:ln>
        </p:spPr>
      </p:pic>
      <p:pic>
        <p:nvPicPr>
          <p:cNvPr id="1190" name="Google Shape;1190;p88" descr="s7_10.png"/>
          <p:cNvPicPr preferRelativeResize="0"/>
          <p:nvPr/>
        </p:nvPicPr>
        <p:blipFill rotWithShape="1">
          <a:blip r:embed="rId5">
            <a:alphaModFix/>
          </a:blip>
          <a:srcRect/>
          <a:stretch/>
        </p:blipFill>
        <p:spPr>
          <a:xfrm>
            <a:off x="8138160" y="640080"/>
            <a:ext cx="6062472" cy="2185416"/>
          </a:xfrm>
          <a:prstGeom prst="rect">
            <a:avLst/>
          </a:prstGeom>
          <a:noFill/>
          <a:ln>
            <a:noFill/>
          </a:ln>
        </p:spPr>
      </p:pic>
      <p:pic>
        <p:nvPicPr>
          <p:cNvPr id="1191" name="Google Shape;1191;p88" descr="s7_12.png"/>
          <p:cNvPicPr preferRelativeResize="0"/>
          <p:nvPr/>
        </p:nvPicPr>
        <p:blipFill rotWithShape="1">
          <a:blip r:embed="rId6">
            <a:alphaModFix/>
          </a:blip>
          <a:srcRect/>
          <a:stretch/>
        </p:blipFill>
        <p:spPr>
          <a:xfrm>
            <a:off x="9144000" y="2788920"/>
            <a:ext cx="4315968" cy="6909206"/>
          </a:xfrm>
          <a:prstGeom prst="rect">
            <a:avLst/>
          </a:prstGeom>
          <a:noFill/>
          <a:ln>
            <a:noFill/>
          </a:ln>
        </p:spPr>
      </p:pic>
      <p:sp>
        <p:nvSpPr>
          <p:cNvPr id="1192" name="Google Shape;1192;p88"/>
          <p:cNvSpPr/>
          <p:nvPr/>
        </p:nvSpPr>
        <p:spPr>
          <a:xfrm>
            <a:off x="13654248" y="1284897"/>
            <a:ext cx="2267712" cy="530352"/>
          </a:xfrm>
          <a:prstGeom prst="leftArrow">
            <a:avLst>
              <a:gd name="adj1" fmla="val 50000"/>
              <a:gd name="adj2" fmla="val 50000"/>
            </a:avLst>
          </a:prstGeom>
          <a:solidFill>
            <a:srgbClr val="6C2B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93" name="Google Shape;1193;p88"/>
          <p:cNvSpPr/>
          <p:nvPr/>
        </p:nvSpPr>
        <p:spPr>
          <a:xfrm>
            <a:off x="13181610" y="8208224"/>
            <a:ext cx="2267712" cy="530352"/>
          </a:xfrm>
          <a:prstGeom prst="leftArrow">
            <a:avLst>
              <a:gd name="adj1" fmla="val 50000"/>
              <a:gd name="adj2" fmla="val 50000"/>
            </a:avLst>
          </a:prstGeom>
          <a:solidFill>
            <a:srgbClr val="6C2BD9"/>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ustDataLst>
      <p:tags r:id="rId1"/>
    </p:custDataLst>
    <p:extLst>
      <p:ext uri="{BB962C8B-B14F-4D97-AF65-F5344CB8AC3E}">
        <p14:creationId xmlns:p14="http://schemas.microsoft.com/office/powerpoint/2010/main" val="2991839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39">
          <a:extLst>
            <a:ext uri="{FF2B5EF4-FFF2-40B4-BE49-F238E27FC236}">
              <a16:creationId xmlns:a16="http://schemas.microsoft.com/office/drawing/2014/main" id="{6FBB270C-C180-A53A-2711-B005353D2DEF}"/>
            </a:ext>
          </a:extLst>
        </p:cNvPr>
        <p:cNvGrpSpPr/>
        <p:nvPr/>
      </p:nvGrpSpPr>
      <p:grpSpPr>
        <a:xfrm>
          <a:off x="0" y="0"/>
          <a:ext cx="0" cy="0"/>
          <a:chOff x="0" y="0"/>
          <a:chExt cx="0" cy="0"/>
        </a:xfrm>
      </p:grpSpPr>
      <p:sp>
        <p:nvSpPr>
          <p:cNvPr id="1440" name="Google Shape;1440;p121">
            <a:extLst>
              <a:ext uri="{FF2B5EF4-FFF2-40B4-BE49-F238E27FC236}">
                <a16:creationId xmlns:a16="http://schemas.microsoft.com/office/drawing/2014/main" id="{6BDB6B7D-7971-DEA9-6C28-713ECB2EF205}"/>
              </a:ext>
            </a:extLst>
          </p:cNvPr>
          <p:cNvSpPr txBox="1">
            <a:spLocks noGrp="1"/>
          </p:cNvSpPr>
          <p:nvPr>
            <p:ph type="title"/>
          </p:nvPr>
        </p:nvSpPr>
        <p:spPr>
          <a:xfrm>
            <a:off x="576075" y="2343500"/>
            <a:ext cx="8180100" cy="33249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lt1"/>
              </a:buClr>
              <a:buSzPts val="8000"/>
              <a:buFont typeface="Arial"/>
              <a:buNone/>
            </a:pPr>
            <a:r>
              <a:rPr lang="en-US" sz="8000" b="0" i="0" u="none" strike="noStrike" cap="none" dirty="0">
                <a:solidFill>
                  <a:schemeClr val="lt2"/>
                </a:solidFill>
                <a:latin typeface="Arial"/>
                <a:ea typeface="Arial"/>
                <a:cs typeface="Arial"/>
                <a:sym typeface="Arial"/>
              </a:rPr>
              <a:t>Hands-On Lab</a:t>
            </a:r>
            <a:endParaRPr dirty="0"/>
          </a:p>
        </p:txBody>
      </p:sp>
      <p:sp>
        <p:nvSpPr>
          <p:cNvPr id="1441" name="Google Shape;1441;p121">
            <a:extLst>
              <a:ext uri="{FF2B5EF4-FFF2-40B4-BE49-F238E27FC236}">
                <a16:creationId xmlns:a16="http://schemas.microsoft.com/office/drawing/2014/main" id="{E432CC12-7E20-15BD-218D-9A6FC9E185BD}"/>
              </a:ext>
            </a:extLst>
          </p:cNvPr>
          <p:cNvSpPr txBox="1">
            <a:spLocks noGrp="1"/>
          </p:cNvSpPr>
          <p:nvPr>
            <p:ph type="body" idx="1"/>
          </p:nvPr>
        </p:nvSpPr>
        <p:spPr>
          <a:xfrm>
            <a:off x="567280" y="6434949"/>
            <a:ext cx="6060000" cy="40020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chemeClr val="accent2"/>
              </a:buClr>
              <a:buSzPts val="2200"/>
              <a:buFont typeface="Arial"/>
              <a:buNone/>
            </a:pPr>
            <a:endParaRPr sz="3600" b="0" i="0" u="none" strike="noStrike" cap="none" dirty="0">
              <a:solidFill>
                <a:schemeClr val="accent2"/>
              </a:solidFill>
              <a:latin typeface="Arial"/>
              <a:ea typeface="Arial"/>
              <a:cs typeface="Arial"/>
              <a:sym typeface="Arial"/>
            </a:endParaRPr>
          </a:p>
        </p:txBody>
      </p:sp>
      <p:sp>
        <p:nvSpPr>
          <p:cNvPr id="1442" name="Google Shape;1442;p121">
            <a:extLst>
              <a:ext uri="{FF2B5EF4-FFF2-40B4-BE49-F238E27FC236}">
                <a16:creationId xmlns:a16="http://schemas.microsoft.com/office/drawing/2014/main" id="{282867F6-1F6D-F26B-E5E5-2880DDAEEC9A}"/>
              </a:ext>
            </a:extLst>
          </p:cNvPr>
          <p:cNvSpPr txBox="1">
            <a:spLocks noGrp="1"/>
          </p:cNvSpPr>
          <p:nvPr>
            <p:ph type="body" idx="2"/>
          </p:nvPr>
        </p:nvSpPr>
        <p:spPr>
          <a:xfrm>
            <a:off x="11648885" y="866700"/>
            <a:ext cx="6060000" cy="400200"/>
          </a:xfrm>
          <a:prstGeom prst="rect">
            <a:avLst/>
          </a:prstGeom>
          <a:noFill/>
          <a:ln>
            <a:noFill/>
          </a:ln>
        </p:spPr>
        <p:txBody>
          <a:bodyPr spcFirstLastPara="1" wrap="square" lIns="0" tIns="45700" rIns="0" bIns="45700" anchor="ctr" anchorCtr="0">
            <a:noAutofit/>
          </a:bodyPr>
          <a:lstStyle/>
          <a:p>
            <a:pPr marL="457200" marR="0" lvl="0" indent="-228600" algn="l" rtl="0">
              <a:lnSpc>
                <a:spcPct val="100000"/>
              </a:lnSpc>
              <a:spcBef>
                <a:spcPts val="0"/>
              </a:spcBef>
              <a:spcAft>
                <a:spcPts val="0"/>
              </a:spcAft>
              <a:buClr>
                <a:srgbClr val="000000"/>
              </a:buClr>
              <a:buSzPts val="2200"/>
              <a:buFont typeface="Arial"/>
              <a:buNone/>
            </a:pPr>
            <a:r>
              <a:rPr lang="en-US" sz="2600" b="0" i="0" u="none" strike="noStrike" cap="none" dirty="0">
                <a:solidFill>
                  <a:schemeClr val="accent3"/>
                </a:solidFill>
                <a:latin typeface="Arial"/>
                <a:ea typeface="Arial"/>
                <a:cs typeface="Arial"/>
                <a:sym typeface="Arial"/>
              </a:rPr>
              <a:t>Hyperautomation Use Cases</a:t>
            </a:r>
            <a:endParaRPr dirty="0"/>
          </a:p>
        </p:txBody>
      </p:sp>
    </p:spTree>
    <p:custDataLst>
      <p:tags r:id="rId1"/>
    </p:custDataLst>
    <p:extLst>
      <p:ext uri="{BB962C8B-B14F-4D97-AF65-F5344CB8AC3E}">
        <p14:creationId xmlns:p14="http://schemas.microsoft.com/office/powerpoint/2010/main" val="306255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89"/>
        <p:cNvGrpSpPr/>
        <p:nvPr/>
      </p:nvGrpSpPr>
      <p:grpSpPr>
        <a:xfrm>
          <a:off x="0" y="0"/>
          <a:ext cx="0" cy="0"/>
          <a:chOff x="0" y="0"/>
          <a:chExt cx="0" cy="0"/>
        </a:xfrm>
      </p:grpSpPr>
      <p:sp>
        <p:nvSpPr>
          <p:cNvPr id="1490" name="Google Shape;1490;p128"/>
          <p:cNvSpPr txBox="1">
            <a:spLocks noGrp="1"/>
          </p:cNvSpPr>
          <p:nvPr>
            <p:ph type="title"/>
          </p:nvPr>
        </p:nvSpPr>
        <p:spPr>
          <a:xfrm>
            <a:off x="641027" y="4723650"/>
            <a:ext cx="9717300" cy="2554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lt1"/>
              </a:buClr>
              <a:buSzPts val="8000"/>
              <a:buFont typeface="Arial"/>
              <a:buNone/>
            </a:pPr>
            <a:r>
              <a:rPr lang="en-US" sz="9000" b="0" i="0" u="none" strike="noStrike" cap="none">
                <a:solidFill>
                  <a:schemeClr val="lt1"/>
                </a:solidFill>
                <a:latin typeface="Arial"/>
                <a:ea typeface="Arial"/>
                <a:cs typeface="Arial"/>
                <a:sym typeface="Arial"/>
              </a:rPr>
              <a:t>Thank You</a:t>
            </a:r>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NECON26 THEME" val="lhevUYGp"/>
  <p:tag name="ARTICULATE_SLIDE_COUNT" val="5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Con26 Theme">
  <a:themeElements>
    <a:clrScheme name="SentinelOne Brand Colors">
      <a:dk1>
        <a:srgbClr val="0C0021"/>
      </a:dk1>
      <a:lt1>
        <a:srgbClr val="EBEEFF"/>
      </a:lt1>
      <a:dk2>
        <a:srgbClr val="0C0021"/>
      </a:dk2>
      <a:lt2>
        <a:srgbClr val="EBEEFF"/>
      </a:lt2>
      <a:accent1>
        <a:srgbClr val="6100FF"/>
      </a:accent1>
      <a:accent2>
        <a:srgbClr val="7165FF"/>
      </a:accent2>
      <a:accent3>
        <a:srgbClr val="39E592"/>
      </a:accent3>
      <a:accent4>
        <a:srgbClr val="00FFFF"/>
      </a:accent4>
      <a:accent5>
        <a:srgbClr val="757AAD"/>
      </a:accent5>
      <a:accent6>
        <a:srgbClr val="0C0021"/>
      </a:accent6>
      <a:hlink>
        <a:srgbClr val="7165FF"/>
      </a:hlink>
      <a:folHlink>
        <a:srgbClr val="6B0A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15215</TotalTime>
  <Words>7830</Words>
  <Application>Microsoft Office PowerPoint</Application>
  <PresentationFormat>Custom</PresentationFormat>
  <Paragraphs>506</Paragraphs>
  <Slides>56</Slides>
  <Notes>56</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Lato</vt:lpstr>
      <vt:lpstr>Symbol</vt:lpstr>
      <vt:lpstr>Wingdings</vt:lpstr>
      <vt:lpstr>OneCon26 Theme</vt:lpstr>
      <vt:lpstr>Singularity Hyperautomation Use Cases</vt:lpstr>
      <vt:lpstr>Agenda</vt:lpstr>
      <vt:lpstr>Safe Harbor</vt:lpstr>
      <vt:lpstr>PowerPoint Presentation</vt:lpstr>
      <vt:lpstr>Hyperautomation Overview</vt:lpstr>
      <vt:lpstr>PowerPoint Presentation</vt:lpstr>
      <vt:lpstr>PowerPoint Presentation</vt:lpstr>
      <vt:lpstr>PowerPoint Presentation</vt:lpstr>
      <vt:lpstr>PowerPoint Presentation</vt:lpstr>
      <vt:lpstr>PowerPoint Presentation</vt:lpstr>
      <vt:lpstr>Fundamentals of Hyperautomation</vt:lpstr>
      <vt:lpstr>PowerPoint Presentation</vt:lpstr>
      <vt:lpstr>PowerPoint Presentation</vt:lpstr>
      <vt:lpstr>Getting Started with Hyperautomation Templates</vt:lpstr>
      <vt:lpstr>Demo</vt:lpstr>
      <vt:lpstr>Triggers</vt:lpstr>
      <vt:lpstr>Running a Workflow from Triage</vt:lpstr>
      <vt:lpstr>Overview of  Core Actions</vt:lpstr>
      <vt:lpstr>Configuring Actions</vt:lpstr>
      <vt:lpstr>Testing As You Go</vt:lpstr>
      <vt:lpstr>Demo</vt:lpstr>
      <vt:lpstr>Integrations</vt:lpstr>
      <vt:lpstr>Integration Connections</vt:lpstr>
      <vt:lpstr>Integration Actions</vt:lpstr>
      <vt:lpstr>Demo</vt:lpstr>
      <vt:lpstr>Custom Integrations</vt:lpstr>
      <vt:lpstr>Activating A Workflow</vt:lpstr>
      <vt:lpstr>Workflow Versions</vt:lpstr>
      <vt:lpstr>Workflow Export/Import</vt:lpstr>
      <vt:lpstr>Workflow Activity</vt:lpstr>
      <vt:lpstr>Demo</vt:lpstr>
      <vt:lpstr>Configuring Actions - References</vt:lpstr>
      <vt:lpstr>Variables</vt:lpstr>
      <vt:lpstr>Functions</vt:lpstr>
      <vt:lpstr>Workflow Use Cases</vt:lpstr>
      <vt:lpstr>Introduction to Custom Data Tables</vt:lpstr>
      <vt:lpstr>PowerPoint Presentation</vt:lpstr>
      <vt:lpstr>PowerPoint Presentation</vt:lpstr>
      <vt:lpstr>Introduction to Private Network Access (PNA)</vt:lpstr>
      <vt:lpstr>Architecture to Pull AD Details via Hyperautomation &amp; PNA</vt:lpstr>
      <vt:lpstr>Demo</vt:lpstr>
      <vt:lpstr>Searching AI SIEM Using Hyperautomation</vt:lpstr>
      <vt:lpstr>Introduction to Long-Running Queries</vt:lpstr>
      <vt:lpstr>LRQ Requirements</vt:lpstr>
      <vt:lpstr>Demo</vt:lpstr>
      <vt:lpstr>PowerPoint Presentation</vt:lpstr>
      <vt:lpstr>PowerPoint Presentation</vt:lpstr>
      <vt:lpstr>PowerPoint Presentation</vt:lpstr>
      <vt:lpstr>PowerPoint Presentation</vt:lpstr>
      <vt:lpstr>PowerPoint Presentation</vt:lpstr>
      <vt:lpstr>PowerPoint Presentation</vt:lpstr>
      <vt:lpstr>Email for Lab</vt:lpstr>
      <vt:lpstr>PowerPoint Presentation</vt:lpstr>
      <vt:lpstr>PowerPoint Presentation</vt:lpstr>
      <vt:lpstr>Hands-On Lab</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Shawn Stugart</dc:creator>
  <cp:lastModifiedBy>Shawn Stugart</cp:lastModifiedBy>
  <cp:revision>47</cp:revision>
  <dcterms:modified xsi:type="dcterms:W3CDTF">2026-10-13T14:50:22Z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C3E0A88D-3337-4E05-AA83-49D3B22CD8CE</vt:lpwstr>
  </property>
  <property fmtid="{D5CDD505-2E9C-101B-9397-08002B2CF9AE}" pid="3" name="ArticulatePath">
    <vt:lpwstr>Hyperautomation-OneCon26</vt:lpwstr>
  </property>
</Properties>
</file>